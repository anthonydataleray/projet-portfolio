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0"/>
  </p:notesMasterIdLst>
  <p:sldIdLst>
    <p:sldId id="256" r:id="rId2"/>
    <p:sldId id="257" r:id="rId3"/>
    <p:sldId id="261" r:id="rId4"/>
    <p:sldId id="262" r:id="rId5"/>
    <p:sldId id="258" r:id="rId6"/>
    <p:sldId id="263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9B405A-47E5-4283-821E-39620D90C39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BFABE1BB-A3A1-4EEA-BC50-B9E36A54E433}">
      <dgm:prSet phldrT="[Texte]"/>
      <dgm:spPr/>
      <dgm:t>
        <a:bodyPr/>
        <a:lstStyle/>
        <a:p>
          <a:r>
            <a:rPr lang="fr-FR" dirty="0"/>
            <a:t>2019</a:t>
          </a:r>
        </a:p>
      </dgm:t>
    </dgm:pt>
    <dgm:pt modelId="{2FC39B43-9226-455B-A5CF-5B163BD41BBE}" type="parTrans" cxnId="{2C06342A-3B56-42A5-AB21-2D15B2477B12}">
      <dgm:prSet/>
      <dgm:spPr/>
      <dgm:t>
        <a:bodyPr/>
        <a:lstStyle/>
        <a:p>
          <a:endParaRPr lang="fr-FR"/>
        </a:p>
      </dgm:t>
    </dgm:pt>
    <dgm:pt modelId="{CFAE6D02-8AD1-4B9A-9DFC-F951E709CC6C}" type="sibTrans" cxnId="{2C06342A-3B56-42A5-AB21-2D15B2477B12}">
      <dgm:prSet/>
      <dgm:spPr/>
      <dgm:t>
        <a:bodyPr/>
        <a:lstStyle/>
        <a:p>
          <a:endParaRPr lang="fr-FR"/>
        </a:p>
      </dgm:t>
    </dgm:pt>
    <dgm:pt modelId="{D9F8C07B-E406-4B6F-BE8A-3BDE3279E1DE}">
      <dgm:prSet phldrT="[Texte]"/>
      <dgm:spPr/>
      <dgm:t>
        <a:bodyPr/>
        <a:lstStyle/>
        <a:p>
          <a:r>
            <a:rPr lang="fr-FR" dirty="0"/>
            <a:t>2022</a:t>
          </a:r>
        </a:p>
      </dgm:t>
    </dgm:pt>
    <dgm:pt modelId="{EC6551E8-BB9C-430A-97B4-6153F96748D7}" type="parTrans" cxnId="{44E14011-402D-4DA1-9B60-C354FD743608}">
      <dgm:prSet/>
      <dgm:spPr/>
      <dgm:t>
        <a:bodyPr/>
        <a:lstStyle/>
        <a:p>
          <a:endParaRPr lang="fr-FR"/>
        </a:p>
      </dgm:t>
    </dgm:pt>
    <dgm:pt modelId="{E9F38D30-3302-4218-A5A2-771A991A8847}" type="sibTrans" cxnId="{44E14011-402D-4DA1-9B60-C354FD743608}">
      <dgm:prSet/>
      <dgm:spPr/>
      <dgm:t>
        <a:bodyPr/>
        <a:lstStyle/>
        <a:p>
          <a:endParaRPr lang="fr-FR"/>
        </a:p>
      </dgm:t>
    </dgm:pt>
    <dgm:pt modelId="{98543FBD-C435-47C6-9CD4-2A948E3EAE03}" type="pres">
      <dgm:prSet presAssocID="{F89B405A-47E5-4283-821E-39620D90C399}" presName="Name0" presStyleCnt="0">
        <dgm:presLayoutVars>
          <dgm:dir/>
          <dgm:resizeHandles val="exact"/>
        </dgm:presLayoutVars>
      </dgm:prSet>
      <dgm:spPr/>
    </dgm:pt>
    <dgm:pt modelId="{A5557133-A84C-4281-9C5D-6D46E4B08AD7}" type="pres">
      <dgm:prSet presAssocID="{BFABE1BB-A3A1-4EEA-BC50-B9E36A54E433}" presName="node" presStyleLbl="node1" presStyleIdx="0" presStyleCnt="2">
        <dgm:presLayoutVars>
          <dgm:bulletEnabled val="1"/>
        </dgm:presLayoutVars>
      </dgm:prSet>
      <dgm:spPr/>
    </dgm:pt>
    <dgm:pt modelId="{844EC289-7BFF-4CDC-9A94-45FCC26D6FD1}" type="pres">
      <dgm:prSet presAssocID="{CFAE6D02-8AD1-4B9A-9DFC-F951E709CC6C}" presName="sibTrans" presStyleLbl="sibTrans2D1" presStyleIdx="0" presStyleCnt="1"/>
      <dgm:spPr/>
    </dgm:pt>
    <dgm:pt modelId="{37837A56-B73B-4B98-BC55-B89E9CB5F691}" type="pres">
      <dgm:prSet presAssocID="{CFAE6D02-8AD1-4B9A-9DFC-F951E709CC6C}" presName="connectorText" presStyleLbl="sibTrans2D1" presStyleIdx="0" presStyleCnt="1"/>
      <dgm:spPr/>
    </dgm:pt>
    <dgm:pt modelId="{8A63D408-6CD3-444F-B499-EC65C6ED6EEA}" type="pres">
      <dgm:prSet presAssocID="{D9F8C07B-E406-4B6F-BE8A-3BDE3279E1DE}" presName="node" presStyleLbl="node1" presStyleIdx="1" presStyleCnt="2">
        <dgm:presLayoutVars>
          <dgm:bulletEnabled val="1"/>
        </dgm:presLayoutVars>
      </dgm:prSet>
      <dgm:spPr/>
    </dgm:pt>
  </dgm:ptLst>
  <dgm:cxnLst>
    <dgm:cxn modelId="{44E14011-402D-4DA1-9B60-C354FD743608}" srcId="{F89B405A-47E5-4283-821E-39620D90C399}" destId="{D9F8C07B-E406-4B6F-BE8A-3BDE3279E1DE}" srcOrd="1" destOrd="0" parTransId="{EC6551E8-BB9C-430A-97B4-6153F96748D7}" sibTransId="{E9F38D30-3302-4218-A5A2-771A991A8847}"/>
    <dgm:cxn modelId="{2C06342A-3B56-42A5-AB21-2D15B2477B12}" srcId="{F89B405A-47E5-4283-821E-39620D90C399}" destId="{BFABE1BB-A3A1-4EEA-BC50-B9E36A54E433}" srcOrd="0" destOrd="0" parTransId="{2FC39B43-9226-455B-A5CF-5B163BD41BBE}" sibTransId="{CFAE6D02-8AD1-4B9A-9DFC-F951E709CC6C}"/>
    <dgm:cxn modelId="{FB07BF4B-1DCC-4C11-8354-ECF4225EA8E0}" type="presOf" srcId="{CFAE6D02-8AD1-4B9A-9DFC-F951E709CC6C}" destId="{37837A56-B73B-4B98-BC55-B89E9CB5F691}" srcOrd="1" destOrd="0" presId="urn:microsoft.com/office/officeart/2005/8/layout/process1"/>
    <dgm:cxn modelId="{B0F99273-57B7-407A-8843-8DF498EF4CE1}" type="presOf" srcId="{D9F8C07B-E406-4B6F-BE8A-3BDE3279E1DE}" destId="{8A63D408-6CD3-444F-B499-EC65C6ED6EEA}" srcOrd="0" destOrd="0" presId="urn:microsoft.com/office/officeart/2005/8/layout/process1"/>
    <dgm:cxn modelId="{DD367E77-9160-49C0-8761-B1C67CC33343}" type="presOf" srcId="{CFAE6D02-8AD1-4B9A-9DFC-F951E709CC6C}" destId="{844EC289-7BFF-4CDC-9A94-45FCC26D6FD1}" srcOrd="0" destOrd="0" presId="urn:microsoft.com/office/officeart/2005/8/layout/process1"/>
    <dgm:cxn modelId="{6BADDACE-3243-43F4-8FA8-10EB4D64414F}" type="presOf" srcId="{BFABE1BB-A3A1-4EEA-BC50-B9E36A54E433}" destId="{A5557133-A84C-4281-9C5D-6D46E4B08AD7}" srcOrd="0" destOrd="0" presId="urn:microsoft.com/office/officeart/2005/8/layout/process1"/>
    <dgm:cxn modelId="{23C8D2DF-B67C-4C80-A56F-B2E3460A569B}" type="presOf" srcId="{F89B405A-47E5-4283-821E-39620D90C399}" destId="{98543FBD-C435-47C6-9CD4-2A948E3EAE03}" srcOrd="0" destOrd="0" presId="urn:microsoft.com/office/officeart/2005/8/layout/process1"/>
    <dgm:cxn modelId="{DA686930-4E68-4E73-BFA0-91C16A12B6E8}" type="presParOf" srcId="{98543FBD-C435-47C6-9CD4-2A948E3EAE03}" destId="{A5557133-A84C-4281-9C5D-6D46E4B08AD7}" srcOrd="0" destOrd="0" presId="urn:microsoft.com/office/officeart/2005/8/layout/process1"/>
    <dgm:cxn modelId="{EB731B80-F98E-4400-80FA-1915F301F066}" type="presParOf" srcId="{98543FBD-C435-47C6-9CD4-2A948E3EAE03}" destId="{844EC289-7BFF-4CDC-9A94-45FCC26D6FD1}" srcOrd="1" destOrd="0" presId="urn:microsoft.com/office/officeart/2005/8/layout/process1"/>
    <dgm:cxn modelId="{C0339883-33AA-4A81-B3C2-AD282086C733}" type="presParOf" srcId="{844EC289-7BFF-4CDC-9A94-45FCC26D6FD1}" destId="{37837A56-B73B-4B98-BC55-B89E9CB5F691}" srcOrd="0" destOrd="0" presId="urn:microsoft.com/office/officeart/2005/8/layout/process1"/>
    <dgm:cxn modelId="{BEC64153-DE0F-4081-B8E4-74E846F6EB29}" type="presParOf" srcId="{98543FBD-C435-47C6-9CD4-2A948E3EAE03}" destId="{8A63D408-6CD3-444F-B499-EC65C6ED6EE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0F4414-9FD9-47E6-8465-9F0EB4591C36}" type="doc">
      <dgm:prSet loTypeId="urn:microsoft.com/office/officeart/2008/layout/AlternatingHexagons" loCatId="list" qsTypeId="urn:microsoft.com/office/officeart/2005/8/quickstyle/simple4" qsCatId="simple" csTypeId="urn:microsoft.com/office/officeart/2005/8/colors/accent6_5" csCatId="accent6" phldr="1"/>
      <dgm:spPr/>
      <dgm:t>
        <a:bodyPr/>
        <a:lstStyle/>
        <a:p>
          <a:endParaRPr lang="fr-FR"/>
        </a:p>
      </dgm:t>
    </dgm:pt>
    <dgm:pt modelId="{531EEE4C-F901-4EE6-8FC3-4E7186F955D6}">
      <dgm:prSet phldrT="[Texte]"/>
      <dgm:spPr/>
      <dgm:t>
        <a:bodyPr/>
        <a:lstStyle/>
        <a:p>
          <a:r>
            <a:rPr lang="fr-FR" dirty="0"/>
            <a:t>Genre</a:t>
          </a:r>
        </a:p>
      </dgm:t>
    </dgm:pt>
    <dgm:pt modelId="{629F5321-1ADF-4E73-B0B8-109FC41DCD85}" type="parTrans" cxnId="{29FEAE9F-CF6F-4E96-86C0-DE48AB19FA74}">
      <dgm:prSet/>
      <dgm:spPr/>
      <dgm:t>
        <a:bodyPr/>
        <a:lstStyle/>
        <a:p>
          <a:endParaRPr lang="fr-FR"/>
        </a:p>
      </dgm:t>
    </dgm:pt>
    <dgm:pt modelId="{E62DC17B-B008-4056-AF8D-312D39884EDA}" type="sibTrans" cxnId="{29FEAE9F-CF6F-4E96-86C0-DE48AB19FA74}">
      <dgm:prSet custT="1"/>
      <dgm:spPr/>
      <dgm:t>
        <a:bodyPr/>
        <a:lstStyle/>
        <a:p>
          <a:r>
            <a:rPr lang="fr-FR" sz="1500" dirty="0"/>
            <a:t>Age</a:t>
          </a:r>
        </a:p>
      </dgm:t>
    </dgm:pt>
    <dgm:pt modelId="{507C9C1A-0A4B-4596-968C-EDD172A8B393}">
      <dgm:prSet phldrT="[Texte]" custT="1"/>
      <dgm:spPr/>
      <dgm:t>
        <a:bodyPr/>
        <a:lstStyle/>
        <a:p>
          <a:r>
            <a:rPr lang="fr-FR" sz="1600" b="0" dirty="0"/>
            <a:t>Région</a:t>
          </a:r>
        </a:p>
      </dgm:t>
    </dgm:pt>
    <dgm:pt modelId="{16C5B4CE-5884-4FA9-9B04-4836399AC0A2}" type="parTrans" cxnId="{DC15746D-31F3-48B4-9D85-C06BB5B41047}">
      <dgm:prSet/>
      <dgm:spPr/>
      <dgm:t>
        <a:bodyPr/>
        <a:lstStyle/>
        <a:p>
          <a:endParaRPr lang="fr-FR"/>
        </a:p>
      </dgm:t>
    </dgm:pt>
    <dgm:pt modelId="{9A13BF3B-8A78-44E3-BCBF-EE20789D6A74}" type="sibTrans" cxnId="{DC15746D-31F3-48B4-9D85-C06BB5B41047}">
      <dgm:prSet custT="1"/>
      <dgm:spPr/>
      <dgm:t>
        <a:bodyPr/>
        <a:lstStyle/>
        <a:p>
          <a:r>
            <a:rPr lang="fr-FR" sz="1500" dirty="0"/>
            <a:t>Diplôme</a:t>
          </a:r>
        </a:p>
      </dgm:t>
    </dgm:pt>
    <dgm:pt modelId="{14610A3F-98F1-4A82-860B-10AA22F10FB8}" type="pres">
      <dgm:prSet presAssocID="{C20F4414-9FD9-47E6-8465-9F0EB4591C36}" presName="Name0" presStyleCnt="0">
        <dgm:presLayoutVars>
          <dgm:chMax/>
          <dgm:chPref/>
          <dgm:dir/>
          <dgm:animLvl val="lvl"/>
        </dgm:presLayoutVars>
      </dgm:prSet>
      <dgm:spPr/>
    </dgm:pt>
    <dgm:pt modelId="{2A5C5B78-8F0D-4D22-B154-BEB38FFAF801}" type="pres">
      <dgm:prSet presAssocID="{531EEE4C-F901-4EE6-8FC3-4E7186F955D6}" presName="composite" presStyleCnt="0"/>
      <dgm:spPr/>
    </dgm:pt>
    <dgm:pt modelId="{BB5852B4-07E1-4BEC-93EE-E8B0A40F09E3}" type="pres">
      <dgm:prSet presAssocID="{531EEE4C-F901-4EE6-8FC3-4E7186F955D6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96A9A4F-9B82-4990-B287-07C8991C4B18}" type="pres">
      <dgm:prSet presAssocID="{531EEE4C-F901-4EE6-8FC3-4E7186F955D6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CC105817-E414-4577-A3D9-D13733DE5D3D}" type="pres">
      <dgm:prSet presAssocID="{531EEE4C-F901-4EE6-8FC3-4E7186F955D6}" presName="BalanceSpacing" presStyleCnt="0"/>
      <dgm:spPr/>
    </dgm:pt>
    <dgm:pt modelId="{2ED5D240-CCAE-4966-B519-DCD45B3D72C6}" type="pres">
      <dgm:prSet presAssocID="{531EEE4C-F901-4EE6-8FC3-4E7186F955D6}" presName="BalanceSpacing1" presStyleCnt="0"/>
      <dgm:spPr/>
    </dgm:pt>
    <dgm:pt modelId="{7CE3F33D-8938-42E4-AB7B-20228DFD95FD}" type="pres">
      <dgm:prSet presAssocID="{E62DC17B-B008-4056-AF8D-312D39884EDA}" presName="Accent1Text" presStyleLbl="node1" presStyleIdx="1" presStyleCnt="4"/>
      <dgm:spPr/>
    </dgm:pt>
    <dgm:pt modelId="{B754BD2D-7457-4851-9C1D-E827A6396C8A}" type="pres">
      <dgm:prSet presAssocID="{E62DC17B-B008-4056-AF8D-312D39884EDA}" presName="spaceBetweenRectangles" presStyleCnt="0"/>
      <dgm:spPr/>
    </dgm:pt>
    <dgm:pt modelId="{F3809D14-07EA-4029-B028-AE92E64C5484}" type="pres">
      <dgm:prSet presAssocID="{507C9C1A-0A4B-4596-968C-EDD172A8B393}" presName="composite" presStyleCnt="0"/>
      <dgm:spPr/>
    </dgm:pt>
    <dgm:pt modelId="{5F811D66-A99B-43C8-8BCD-FBDF9BAEC062}" type="pres">
      <dgm:prSet presAssocID="{507C9C1A-0A4B-4596-968C-EDD172A8B393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DBA40442-2DC1-4C86-A280-A3C0C45D737D}" type="pres">
      <dgm:prSet presAssocID="{507C9C1A-0A4B-4596-968C-EDD172A8B393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C904CB21-D400-4AC9-81A6-600C252D1FAB}" type="pres">
      <dgm:prSet presAssocID="{507C9C1A-0A4B-4596-968C-EDD172A8B393}" presName="BalanceSpacing" presStyleCnt="0"/>
      <dgm:spPr/>
    </dgm:pt>
    <dgm:pt modelId="{85809622-676D-4F12-9043-0644248DB17D}" type="pres">
      <dgm:prSet presAssocID="{507C9C1A-0A4B-4596-968C-EDD172A8B393}" presName="BalanceSpacing1" presStyleCnt="0"/>
      <dgm:spPr/>
    </dgm:pt>
    <dgm:pt modelId="{14057410-03C7-4CB9-99EB-FD3262292A95}" type="pres">
      <dgm:prSet presAssocID="{9A13BF3B-8A78-44E3-BCBF-EE20789D6A74}" presName="Accent1Text" presStyleLbl="node1" presStyleIdx="3" presStyleCnt="4"/>
      <dgm:spPr/>
    </dgm:pt>
  </dgm:ptLst>
  <dgm:cxnLst>
    <dgm:cxn modelId="{A2F4AA06-DD6F-46BA-A0C9-39C97BE6D433}" type="presOf" srcId="{C20F4414-9FD9-47E6-8465-9F0EB4591C36}" destId="{14610A3F-98F1-4A82-860B-10AA22F10FB8}" srcOrd="0" destOrd="0" presId="urn:microsoft.com/office/officeart/2008/layout/AlternatingHexagons"/>
    <dgm:cxn modelId="{B6A34F2D-7BF0-4C26-B7FB-99D8B9390499}" type="presOf" srcId="{9A13BF3B-8A78-44E3-BCBF-EE20789D6A74}" destId="{14057410-03C7-4CB9-99EB-FD3262292A95}" srcOrd="0" destOrd="0" presId="urn:microsoft.com/office/officeart/2008/layout/AlternatingHexagons"/>
    <dgm:cxn modelId="{DC15746D-31F3-48B4-9D85-C06BB5B41047}" srcId="{C20F4414-9FD9-47E6-8465-9F0EB4591C36}" destId="{507C9C1A-0A4B-4596-968C-EDD172A8B393}" srcOrd="1" destOrd="0" parTransId="{16C5B4CE-5884-4FA9-9B04-4836399AC0A2}" sibTransId="{9A13BF3B-8A78-44E3-BCBF-EE20789D6A74}"/>
    <dgm:cxn modelId="{480F585A-A519-4CD5-8B30-291508A723FE}" type="presOf" srcId="{531EEE4C-F901-4EE6-8FC3-4E7186F955D6}" destId="{BB5852B4-07E1-4BEC-93EE-E8B0A40F09E3}" srcOrd="0" destOrd="0" presId="urn:microsoft.com/office/officeart/2008/layout/AlternatingHexagons"/>
    <dgm:cxn modelId="{29FEAE9F-CF6F-4E96-86C0-DE48AB19FA74}" srcId="{C20F4414-9FD9-47E6-8465-9F0EB4591C36}" destId="{531EEE4C-F901-4EE6-8FC3-4E7186F955D6}" srcOrd="0" destOrd="0" parTransId="{629F5321-1ADF-4E73-B0B8-109FC41DCD85}" sibTransId="{E62DC17B-B008-4056-AF8D-312D39884EDA}"/>
    <dgm:cxn modelId="{E771CBAE-1B30-43AB-9FD0-D5EE9C7BE05D}" type="presOf" srcId="{507C9C1A-0A4B-4596-968C-EDD172A8B393}" destId="{5F811D66-A99B-43C8-8BCD-FBDF9BAEC062}" srcOrd="0" destOrd="0" presId="urn:microsoft.com/office/officeart/2008/layout/AlternatingHexagons"/>
    <dgm:cxn modelId="{6534D9C1-BD90-48AF-AC5F-EED086567F97}" type="presOf" srcId="{E62DC17B-B008-4056-AF8D-312D39884EDA}" destId="{7CE3F33D-8938-42E4-AB7B-20228DFD95FD}" srcOrd="0" destOrd="0" presId="urn:microsoft.com/office/officeart/2008/layout/AlternatingHexagons"/>
    <dgm:cxn modelId="{AA91565D-FC8B-419E-90AD-8AF772BB8C5A}" type="presParOf" srcId="{14610A3F-98F1-4A82-860B-10AA22F10FB8}" destId="{2A5C5B78-8F0D-4D22-B154-BEB38FFAF801}" srcOrd="0" destOrd="0" presId="urn:microsoft.com/office/officeart/2008/layout/AlternatingHexagons"/>
    <dgm:cxn modelId="{347D0822-20E0-46EA-B72D-49B7291EC5C3}" type="presParOf" srcId="{2A5C5B78-8F0D-4D22-B154-BEB38FFAF801}" destId="{BB5852B4-07E1-4BEC-93EE-E8B0A40F09E3}" srcOrd="0" destOrd="0" presId="urn:microsoft.com/office/officeart/2008/layout/AlternatingHexagons"/>
    <dgm:cxn modelId="{2A5A88BD-2C92-4833-A1BA-8942EB14540C}" type="presParOf" srcId="{2A5C5B78-8F0D-4D22-B154-BEB38FFAF801}" destId="{096A9A4F-9B82-4990-B287-07C8991C4B18}" srcOrd="1" destOrd="0" presId="urn:microsoft.com/office/officeart/2008/layout/AlternatingHexagons"/>
    <dgm:cxn modelId="{D462B58D-403D-49D6-B7C4-1CD65B2820A8}" type="presParOf" srcId="{2A5C5B78-8F0D-4D22-B154-BEB38FFAF801}" destId="{CC105817-E414-4577-A3D9-D13733DE5D3D}" srcOrd="2" destOrd="0" presId="urn:microsoft.com/office/officeart/2008/layout/AlternatingHexagons"/>
    <dgm:cxn modelId="{06E1A258-1370-4DDF-858A-636207E47CB7}" type="presParOf" srcId="{2A5C5B78-8F0D-4D22-B154-BEB38FFAF801}" destId="{2ED5D240-CCAE-4966-B519-DCD45B3D72C6}" srcOrd="3" destOrd="0" presId="urn:microsoft.com/office/officeart/2008/layout/AlternatingHexagons"/>
    <dgm:cxn modelId="{08E390BC-7FF4-468C-8A09-04C3FD93974B}" type="presParOf" srcId="{2A5C5B78-8F0D-4D22-B154-BEB38FFAF801}" destId="{7CE3F33D-8938-42E4-AB7B-20228DFD95FD}" srcOrd="4" destOrd="0" presId="urn:microsoft.com/office/officeart/2008/layout/AlternatingHexagons"/>
    <dgm:cxn modelId="{3772DC2B-63C6-4DFD-96B1-41962E7F2477}" type="presParOf" srcId="{14610A3F-98F1-4A82-860B-10AA22F10FB8}" destId="{B754BD2D-7457-4851-9C1D-E827A6396C8A}" srcOrd="1" destOrd="0" presId="urn:microsoft.com/office/officeart/2008/layout/AlternatingHexagons"/>
    <dgm:cxn modelId="{DC441852-AEDD-4182-AFBB-78092FB4DD41}" type="presParOf" srcId="{14610A3F-98F1-4A82-860B-10AA22F10FB8}" destId="{F3809D14-07EA-4029-B028-AE92E64C5484}" srcOrd="2" destOrd="0" presId="urn:microsoft.com/office/officeart/2008/layout/AlternatingHexagons"/>
    <dgm:cxn modelId="{B64E1A23-74DC-42E6-A6A0-8E0D96841851}" type="presParOf" srcId="{F3809D14-07EA-4029-B028-AE92E64C5484}" destId="{5F811D66-A99B-43C8-8BCD-FBDF9BAEC062}" srcOrd="0" destOrd="0" presId="urn:microsoft.com/office/officeart/2008/layout/AlternatingHexagons"/>
    <dgm:cxn modelId="{A5898AE3-FCC1-48F0-8192-2175FE262475}" type="presParOf" srcId="{F3809D14-07EA-4029-B028-AE92E64C5484}" destId="{DBA40442-2DC1-4C86-A280-A3C0C45D737D}" srcOrd="1" destOrd="0" presId="urn:microsoft.com/office/officeart/2008/layout/AlternatingHexagons"/>
    <dgm:cxn modelId="{3A6F36C4-65BB-4B5C-A8B9-C5D79DB86C9F}" type="presParOf" srcId="{F3809D14-07EA-4029-B028-AE92E64C5484}" destId="{C904CB21-D400-4AC9-81A6-600C252D1FAB}" srcOrd="2" destOrd="0" presId="urn:microsoft.com/office/officeart/2008/layout/AlternatingHexagons"/>
    <dgm:cxn modelId="{19C384BF-4831-4F33-8E22-F1F9BCBE1ED7}" type="presParOf" srcId="{F3809D14-07EA-4029-B028-AE92E64C5484}" destId="{85809622-676D-4F12-9043-0644248DB17D}" srcOrd="3" destOrd="0" presId="urn:microsoft.com/office/officeart/2008/layout/AlternatingHexagons"/>
    <dgm:cxn modelId="{416E1488-4A5B-42B0-BF24-8E2AF9F8206D}" type="presParOf" srcId="{F3809D14-07EA-4029-B028-AE92E64C5484}" destId="{14057410-03C7-4CB9-99EB-FD3262292A95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0F4414-9FD9-47E6-8465-9F0EB4591C36}" type="doc">
      <dgm:prSet loTypeId="urn:microsoft.com/office/officeart/2008/layout/AlternatingHexagons" loCatId="list" qsTypeId="urn:microsoft.com/office/officeart/2005/8/quickstyle/simple4" qsCatId="simple" csTypeId="urn:microsoft.com/office/officeart/2005/8/colors/accent6_5" csCatId="accent6" phldr="1"/>
      <dgm:spPr/>
      <dgm:t>
        <a:bodyPr/>
        <a:lstStyle/>
        <a:p>
          <a:endParaRPr lang="fr-FR"/>
        </a:p>
      </dgm:t>
    </dgm:pt>
    <dgm:pt modelId="{531EEE4C-F901-4EE6-8FC3-4E7186F955D6}">
      <dgm:prSet phldrT="[Texte]"/>
      <dgm:spPr/>
      <dgm:t>
        <a:bodyPr/>
        <a:lstStyle/>
        <a:p>
          <a:r>
            <a:rPr lang="fr-FR" dirty="0"/>
            <a:t>RQTH</a:t>
          </a:r>
        </a:p>
      </dgm:t>
    </dgm:pt>
    <dgm:pt modelId="{629F5321-1ADF-4E73-B0B8-109FC41DCD85}" type="parTrans" cxnId="{29FEAE9F-CF6F-4E96-86C0-DE48AB19FA74}">
      <dgm:prSet/>
      <dgm:spPr/>
      <dgm:t>
        <a:bodyPr/>
        <a:lstStyle/>
        <a:p>
          <a:endParaRPr lang="fr-FR"/>
        </a:p>
      </dgm:t>
    </dgm:pt>
    <dgm:pt modelId="{E62DC17B-B008-4056-AF8D-312D39884EDA}" type="sibTrans" cxnId="{29FEAE9F-CF6F-4E96-86C0-DE48AB19FA74}">
      <dgm:prSet custT="1"/>
      <dgm:spPr>
        <a:noFill/>
      </dgm:spPr>
      <dgm:t>
        <a:bodyPr/>
        <a:lstStyle/>
        <a:p>
          <a:r>
            <a:rPr lang="fr-FR" sz="1500" dirty="0"/>
            <a:t>Age</a:t>
          </a:r>
        </a:p>
      </dgm:t>
    </dgm:pt>
    <dgm:pt modelId="{507C9C1A-0A4B-4596-968C-EDD172A8B393}">
      <dgm:prSet phldrT="[Texte]" custT="1"/>
      <dgm:spPr/>
      <dgm:t>
        <a:bodyPr/>
        <a:lstStyle/>
        <a:p>
          <a:r>
            <a:rPr lang="fr-FR" sz="1600" b="0" dirty="0"/>
            <a:t>QPV</a:t>
          </a:r>
        </a:p>
      </dgm:t>
    </dgm:pt>
    <dgm:pt modelId="{16C5B4CE-5884-4FA9-9B04-4836399AC0A2}" type="parTrans" cxnId="{DC15746D-31F3-48B4-9D85-C06BB5B41047}">
      <dgm:prSet/>
      <dgm:spPr/>
      <dgm:t>
        <a:bodyPr/>
        <a:lstStyle/>
        <a:p>
          <a:endParaRPr lang="fr-FR"/>
        </a:p>
      </dgm:t>
    </dgm:pt>
    <dgm:pt modelId="{9A13BF3B-8A78-44E3-BCBF-EE20789D6A74}" type="sibTrans" cxnId="{DC15746D-31F3-48B4-9D85-C06BB5B41047}">
      <dgm:prSet custT="1"/>
      <dgm:spPr/>
      <dgm:t>
        <a:bodyPr/>
        <a:lstStyle/>
        <a:p>
          <a:r>
            <a:rPr lang="fr-FR" sz="1500" dirty="0"/>
            <a:t>ZRR</a:t>
          </a:r>
        </a:p>
      </dgm:t>
    </dgm:pt>
    <dgm:pt modelId="{14610A3F-98F1-4A82-860B-10AA22F10FB8}" type="pres">
      <dgm:prSet presAssocID="{C20F4414-9FD9-47E6-8465-9F0EB4591C36}" presName="Name0" presStyleCnt="0">
        <dgm:presLayoutVars>
          <dgm:chMax/>
          <dgm:chPref/>
          <dgm:dir/>
          <dgm:animLvl val="lvl"/>
        </dgm:presLayoutVars>
      </dgm:prSet>
      <dgm:spPr/>
    </dgm:pt>
    <dgm:pt modelId="{2A5C5B78-8F0D-4D22-B154-BEB38FFAF801}" type="pres">
      <dgm:prSet presAssocID="{531EEE4C-F901-4EE6-8FC3-4E7186F955D6}" presName="composite" presStyleCnt="0"/>
      <dgm:spPr/>
    </dgm:pt>
    <dgm:pt modelId="{BB5852B4-07E1-4BEC-93EE-E8B0A40F09E3}" type="pres">
      <dgm:prSet presAssocID="{531EEE4C-F901-4EE6-8FC3-4E7186F955D6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96A9A4F-9B82-4990-B287-07C8991C4B18}" type="pres">
      <dgm:prSet presAssocID="{531EEE4C-F901-4EE6-8FC3-4E7186F955D6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CC105817-E414-4577-A3D9-D13733DE5D3D}" type="pres">
      <dgm:prSet presAssocID="{531EEE4C-F901-4EE6-8FC3-4E7186F955D6}" presName="BalanceSpacing" presStyleCnt="0"/>
      <dgm:spPr/>
    </dgm:pt>
    <dgm:pt modelId="{2ED5D240-CCAE-4966-B519-DCD45B3D72C6}" type="pres">
      <dgm:prSet presAssocID="{531EEE4C-F901-4EE6-8FC3-4E7186F955D6}" presName="BalanceSpacing1" presStyleCnt="0"/>
      <dgm:spPr/>
    </dgm:pt>
    <dgm:pt modelId="{7CE3F33D-8938-42E4-AB7B-20228DFD95FD}" type="pres">
      <dgm:prSet presAssocID="{E62DC17B-B008-4056-AF8D-312D39884EDA}" presName="Accent1Text" presStyleLbl="node1" presStyleIdx="1" presStyleCnt="4"/>
      <dgm:spPr/>
    </dgm:pt>
    <dgm:pt modelId="{B754BD2D-7457-4851-9C1D-E827A6396C8A}" type="pres">
      <dgm:prSet presAssocID="{E62DC17B-B008-4056-AF8D-312D39884EDA}" presName="spaceBetweenRectangles" presStyleCnt="0"/>
      <dgm:spPr/>
    </dgm:pt>
    <dgm:pt modelId="{F3809D14-07EA-4029-B028-AE92E64C5484}" type="pres">
      <dgm:prSet presAssocID="{507C9C1A-0A4B-4596-968C-EDD172A8B393}" presName="composite" presStyleCnt="0"/>
      <dgm:spPr/>
    </dgm:pt>
    <dgm:pt modelId="{5F811D66-A99B-43C8-8BCD-FBDF9BAEC062}" type="pres">
      <dgm:prSet presAssocID="{507C9C1A-0A4B-4596-968C-EDD172A8B393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DBA40442-2DC1-4C86-A280-A3C0C45D737D}" type="pres">
      <dgm:prSet presAssocID="{507C9C1A-0A4B-4596-968C-EDD172A8B393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C904CB21-D400-4AC9-81A6-600C252D1FAB}" type="pres">
      <dgm:prSet presAssocID="{507C9C1A-0A4B-4596-968C-EDD172A8B393}" presName="BalanceSpacing" presStyleCnt="0"/>
      <dgm:spPr/>
    </dgm:pt>
    <dgm:pt modelId="{85809622-676D-4F12-9043-0644248DB17D}" type="pres">
      <dgm:prSet presAssocID="{507C9C1A-0A4B-4596-968C-EDD172A8B393}" presName="BalanceSpacing1" presStyleCnt="0"/>
      <dgm:spPr/>
    </dgm:pt>
    <dgm:pt modelId="{14057410-03C7-4CB9-99EB-FD3262292A95}" type="pres">
      <dgm:prSet presAssocID="{9A13BF3B-8A78-44E3-BCBF-EE20789D6A74}" presName="Accent1Text" presStyleLbl="node1" presStyleIdx="3" presStyleCnt="4"/>
      <dgm:spPr/>
    </dgm:pt>
  </dgm:ptLst>
  <dgm:cxnLst>
    <dgm:cxn modelId="{A2F4AA06-DD6F-46BA-A0C9-39C97BE6D433}" type="presOf" srcId="{C20F4414-9FD9-47E6-8465-9F0EB4591C36}" destId="{14610A3F-98F1-4A82-860B-10AA22F10FB8}" srcOrd="0" destOrd="0" presId="urn:microsoft.com/office/officeart/2008/layout/AlternatingHexagons"/>
    <dgm:cxn modelId="{B6A34F2D-7BF0-4C26-B7FB-99D8B9390499}" type="presOf" srcId="{9A13BF3B-8A78-44E3-BCBF-EE20789D6A74}" destId="{14057410-03C7-4CB9-99EB-FD3262292A95}" srcOrd="0" destOrd="0" presId="urn:microsoft.com/office/officeart/2008/layout/AlternatingHexagons"/>
    <dgm:cxn modelId="{DC15746D-31F3-48B4-9D85-C06BB5B41047}" srcId="{C20F4414-9FD9-47E6-8465-9F0EB4591C36}" destId="{507C9C1A-0A4B-4596-968C-EDD172A8B393}" srcOrd="1" destOrd="0" parTransId="{16C5B4CE-5884-4FA9-9B04-4836399AC0A2}" sibTransId="{9A13BF3B-8A78-44E3-BCBF-EE20789D6A74}"/>
    <dgm:cxn modelId="{480F585A-A519-4CD5-8B30-291508A723FE}" type="presOf" srcId="{531EEE4C-F901-4EE6-8FC3-4E7186F955D6}" destId="{BB5852B4-07E1-4BEC-93EE-E8B0A40F09E3}" srcOrd="0" destOrd="0" presId="urn:microsoft.com/office/officeart/2008/layout/AlternatingHexagons"/>
    <dgm:cxn modelId="{29FEAE9F-CF6F-4E96-86C0-DE48AB19FA74}" srcId="{C20F4414-9FD9-47E6-8465-9F0EB4591C36}" destId="{531EEE4C-F901-4EE6-8FC3-4E7186F955D6}" srcOrd="0" destOrd="0" parTransId="{629F5321-1ADF-4E73-B0B8-109FC41DCD85}" sibTransId="{E62DC17B-B008-4056-AF8D-312D39884EDA}"/>
    <dgm:cxn modelId="{E771CBAE-1B30-43AB-9FD0-D5EE9C7BE05D}" type="presOf" srcId="{507C9C1A-0A4B-4596-968C-EDD172A8B393}" destId="{5F811D66-A99B-43C8-8BCD-FBDF9BAEC062}" srcOrd="0" destOrd="0" presId="urn:microsoft.com/office/officeart/2008/layout/AlternatingHexagons"/>
    <dgm:cxn modelId="{6534D9C1-BD90-48AF-AC5F-EED086567F97}" type="presOf" srcId="{E62DC17B-B008-4056-AF8D-312D39884EDA}" destId="{7CE3F33D-8938-42E4-AB7B-20228DFD95FD}" srcOrd="0" destOrd="0" presId="urn:microsoft.com/office/officeart/2008/layout/AlternatingHexagons"/>
    <dgm:cxn modelId="{AA91565D-FC8B-419E-90AD-8AF772BB8C5A}" type="presParOf" srcId="{14610A3F-98F1-4A82-860B-10AA22F10FB8}" destId="{2A5C5B78-8F0D-4D22-B154-BEB38FFAF801}" srcOrd="0" destOrd="0" presId="urn:microsoft.com/office/officeart/2008/layout/AlternatingHexagons"/>
    <dgm:cxn modelId="{347D0822-20E0-46EA-B72D-49B7291EC5C3}" type="presParOf" srcId="{2A5C5B78-8F0D-4D22-B154-BEB38FFAF801}" destId="{BB5852B4-07E1-4BEC-93EE-E8B0A40F09E3}" srcOrd="0" destOrd="0" presId="urn:microsoft.com/office/officeart/2008/layout/AlternatingHexagons"/>
    <dgm:cxn modelId="{2A5A88BD-2C92-4833-A1BA-8942EB14540C}" type="presParOf" srcId="{2A5C5B78-8F0D-4D22-B154-BEB38FFAF801}" destId="{096A9A4F-9B82-4990-B287-07C8991C4B18}" srcOrd="1" destOrd="0" presId="urn:microsoft.com/office/officeart/2008/layout/AlternatingHexagons"/>
    <dgm:cxn modelId="{D462B58D-403D-49D6-B7C4-1CD65B2820A8}" type="presParOf" srcId="{2A5C5B78-8F0D-4D22-B154-BEB38FFAF801}" destId="{CC105817-E414-4577-A3D9-D13733DE5D3D}" srcOrd="2" destOrd="0" presId="urn:microsoft.com/office/officeart/2008/layout/AlternatingHexagons"/>
    <dgm:cxn modelId="{06E1A258-1370-4DDF-858A-636207E47CB7}" type="presParOf" srcId="{2A5C5B78-8F0D-4D22-B154-BEB38FFAF801}" destId="{2ED5D240-CCAE-4966-B519-DCD45B3D72C6}" srcOrd="3" destOrd="0" presId="urn:microsoft.com/office/officeart/2008/layout/AlternatingHexagons"/>
    <dgm:cxn modelId="{08E390BC-7FF4-468C-8A09-04C3FD93974B}" type="presParOf" srcId="{2A5C5B78-8F0D-4D22-B154-BEB38FFAF801}" destId="{7CE3F33D-8938-42E4-AB7B-20228DFD95FD}" srcOrd="4" destOrd="0" presId="urn:microsoft.com/office/officeart/2008/layout/AlternatingHexagons"/>
    <dgm:cxn modelId="{3772DC2B-63C6-4DFD-96B1-41962E7F2477}" type="presParOf" srcId="{14610A3F-98F1-4A82-860B-10AA22F10FB8}" destId="{B754BD2D-7457-4851-9C1D-E827A6396C8A}" srcOrd="1" destOrd="0" presId="urn:microsoft.com/office/officeart/2008/layout/AlternatingHexagons"/>
    <dgm:cxn modelId="{DC441852-AEDD-4182-AFBB-78092FB4DD41}" type="presParOf" srcId="{14610A3F-98F1-4A82-860B-10AA22F10FB8}" destId="{F3809D14-07EA-4029-B028-AE92E64C5484}" srcOrd="2" destOrd="0" presId="urn:microsoft.com/office/officeart/2008/layout/AlternatingHexagons"/>
    <dgm:cxn modelId="{B64E1A23-74DC-42E6-A6A0-8E0D96841851}" type="presParOf" srcId="{F3809D14-07EA-4029-B028-AE92E64C5484}" destId="{5F811D66-A99B-43C8-8BCD-FBDF9BAEC062}" srcOrd="0" destOrd="0" presId="urn:microsoft.com/office/officeart/2008/layout/AlternatingHexagons"/>
    <dgm:cxn modelId="{A5898AE3-FCC1-48F0-8192-2175FE262475}" type="presParOf" srcId="{F3809D14-07EA-4029-B028-AE92E64C5484}" destId="{DBA40442-2DC1-4C86-A280-A3C0C45D737D}" srcOrd="1" destOrd="0" presId="urn:microsoft.com/office/officeart/2008/layout/AlternatingHexagons"/>
    <dgm:cxn modelId="{3A6F36C4-65BB-4B5C-A8B9-C5D79DB86C9F}" type="presParOf" srcId="{F3809D14-07EA-4029-B028-AE92E64C5484}" destId="{C904CB21-D400-4AC9-81A6-600C252D1FAB}" srcOrd="2" destOrd="0" presId="urn:microsoft.com/office/officeart/2008/layout/AlternatingHexagons"/>
    <dgm:cxn modelId="{19C384BF-4831-4F33-8E22-F1F9BCBE1ED7}" type="presParOf" srcId="{F3809D14-07EA-4029-B028-AE92E64C5484}" destId="{85809622-676D-4F12-9043-0644248DB17D}" srcOrd="3" destOrd="0" presId="urn:microsoft.com/office/officeart/2008/layout/AlternatingHexagons"/>
    <dgm:cxn modelId="{416E1488-4A5B-42B0-BF24-8E2AF9F8206D}" type="presParOf" srcId="{F3809D14-07EA-4029-B028-AE92E64C5484}" destId="{14057410-03C7-4CB9-99EB-FD3262292A95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1CCBAC-F71F-42AE-8ABC-630D09B56DA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35CD130-8745-49CE-8858-384A6C5647CA}">
      <dgm:prSet phldrT="[Texte]"/>
      <dgm:spPr/>
      <dgm:t>
        <a:bodyPr/>
        <a:lstStyle/>
        <a:p>
          <a:pPr>
            <a:buNone/>
          </a:pPr>
          <a:r>
            <a:rPr lang="fr-FR" dirty="0"/>
            <a:t>Traitement en amont de l’import </a:t>
          </a:r>
        </a:p>
      </dgm:t>
    </dgm:pt>
    <dgm:pt modelId="{A8912ED6-DAA0-4B7D-960D-8F09961E23CB}" type="parTrans" cxnId="{E2485629-1B08-4BAF-B8FC-ED72E3751C94}">
      <dgm:prSet/>
      <dgm:spPr/>
      <dgm:t>
        <a:bodyPr/>
        <a:lstStyle/>
        <a:p>
          <a:endParaRPr lang="fr-FR"/>
        </a:p>
      </dgm:t>
    </dgm:pt>
    <dgm:pt modelId="{F2308E08-E1C1-4F7E-BC24-DE966207A096}" type="sibTrans" cxnId="{E2485629-1B08-4BAF-B8FC-ED72E3751C94}">
      <dgm:prSet/>
      <dgm:spPr/>
      <dgm:t>
        <a:bodyPr/>
        <a:lstStyle/>
        <a:p>
          <a:endParaRPr lang="fr-FR"/>
        </a:p>
      </dgm:t>
    </dgm:pt>
    <dgm:pt modelId="{7C09AA70-3F97-4B37-A1AD-87C56C4BCE5E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calcul et formatage des données de la table population afin d’assurer la correspondance avec nos autres tables</a:t>
          </a:r>
        </a:p>
      </dgm:t>
    </dgm:pt>
    <dgm:pt modelId="{8D1D9816-DD22-4624-AE40-42AE648BCEEB}" type="parTrans" cxnId="{32DBFA97-5555-4681-AE34-F2B283FB380F}">
      <dgm:prSet/>
      <dgm:spPr/>
      <dgm:t>
        <a:bodyPr/>
        <a:lstStyle/>
        <a:p>
          <a:endParaRPr lang="fr-FR"/>
        </a:p>
      </dgm:t>
    </dgm:pt>
    <dgm:pt modelId="{132545B1-E64E-4279-B436-1E294F68DC0B}" type="sibTrans" cxnId="{32DBFA97-5555-4681-AE34-F2B283FB380F}">
      <dgm:prSet/>
      <dgm:spPr/>
      <dgm:t>
        <a:bodyPr/>
        <a:lstStyle/>
        <a:p>
          <a:endParaRPr lang="fr-FR"/>
        </a:p>
      </dgm:t>
    </dgm:pt>
    <dgm:pt modelId="{0DA7DB9A-11FF-49BB-BED4-EFEFF126CD03}">
      <dgm:prSet phldrT="[Texte]"/>
      <dgm:spPr/>
      <dgm:t>
        <a:bodyPr/>
        <a:lstStyle/>
        <a:p>
          <a:r>
            <a:rPr lang="fr-FR" dirty="0"/>
            <a:t>Import des données </a:t>
          </a:r>
        </a:p>
      </dgm:t>
    </dgm:pt>
    <dgm:pt modelId="{11BD6D3F-84CF-427D-9ACC-1E1FC5928681}" type="parTrans" cxnId="{B6731816-28DF-4DAE-B63A-18A889E51F89}">
      <dgm:prSet/>
      <dgm:spPr/>
      <dgm:t>
        <a:bodyPr/>
        <a:lstStyle/>
        <a:p>
          <a:endParaRPr lang="fr-FR"/>
        </a:p>
      </dgm:t>
    </dgm:pt>
    <dgm:pt modelId="{0FDD66D4-3E77-4748-90B6-A8B92BED3C2D}" type="sibTrans" cxnId="{B6731816-28DF-4DAE-B63A-18A889E51F89}">
      <dgm:prSet/>
      <dgm:spPr/>
      <dgm:t>
        <a:bodyPr/>
        <a:lstStyle/>
        <a:p>
          <a:endParaRPr lang="fr-FR"/>
        </a:p>
      </dgm:t>
    </dgm:pt>
    <dgm:pt modelId="{169D7134-8BB2-49A8-978F-BE5DA1DF15AC}">
      <dgm:prSet phldrT="[Texte]"/>
      <dgm:spPr/>
      <dgm:t>
        <a:bodyPr/>
        <a:lstStyle/>
        <a:p>
          <a:r>
            <a:rPr lang="fr-FR" dirty="0"/>
            <a:t>les 20 tables de données mission locale, la table de données population</a:t>
          </a:r>
        </a:p>
      </dgm:t>
    </dgm:pt>
    <dgm:pt modelId="{9CD7DCD3-5970-4FB6-8806-622C2AE4F712}" type="parTrans" cxnId="{787C265B-0CCF-4C2F-B163-C8ADC24D750F}">
      <dgm:prSet/>
      <dgm:spPr/>
      <dgm:t>
        <a:bodyPr/>
        <a:lstStyle/>
        <a:p>
          <a:endParaRPr lang="fr-FR"/>
        </a:p>
      </dgm:t>
    </dgm:pt>
    <dgm:pt modelId="{E17160F0-0344-4801-B1EF-15F93BCB1B57}" type="sibTrans" cxnId="{787C265B-0CCF-4C2F-B163-C8ADC24D750F}">
      <dgm:prSet/>
      <dgm:spPr/>
      <dgm:t>
        <a:bodyPr/>
        <a:lstStyle/>
        <a:p>
          <a:endParaRPr lang="fr-FR"/>
        </a:p>
      </dgm:t>
    </dgm:pt>
    <dgm:pt modelId="{AAC55FC0-EB61-4D78-9245-87CCAB1DA65E}">
      <dgm:prSet phldrT="[Texte]"/>
      <dgm:spPr/>
      <dgm:t>
        <a:bodyPr/>
        <a:lstStyle/>
        <a:p>
          <a:pPr>
            <a:buNone/>
          </a:pPr>
          <a:r>
            <a:rPr lang="fr-FR" dirty="0"/>
            <a:t>Travail sur les tables</a:t>
          </a:r>
        </a:p>
      </dgm:t>
    </dgm:pt>
    <dgm:pt modelId="{28C66085-A525-4021-97FA-9CB88614A44F}" type="parTrans" cxnId="{2BD2C3B1-6A71-4D40-8A72-6260CBFE8C26}">
      <dgm:prSet/>
      <dgm:spPr/>
      <dgm:t>
        <a:bodyPr/>
        <a:lstStyle/>
        <a:p>
          <a:endParaRPr lang="fr-FR"/>
        </a:p>
      </dgm:t>
    </dgm:pt>
    <dgm:pt modelId="{ADAA59DE-D642-403E-9FC1-70623A82E74D}" type="sibTrans" cxnId="{2BD2C3B1-6A71-4D40-8A72-6260CBFE8C26}">
      <dgm:prSet/>
      <dgm:spPr/>
      <dgm:t>
        <a:bodyPr/>
        <a:lstStyle/>
        <a:p>
          <a:endParaRPr lang="fr-FR"/>
        </a:p>
      </dgm:t>
    </dgm:pt>
    <dgm:pt modelId="{3A9772DB-B8E4-4C3E-A488-19BB9FFA3D9C}">
      <dgm:prSet phldrT="[Texte]"/>
      <dgm:spPr/>
      <dgm:t>
        <a:bodyPr/>
        <a:lstStyle/>
        <a:p>
          <a:r>
            <a:rPr lang="fr-FR" dirty="0"/>
            <a:t>fusion des tables contenant les codes indicateurs  </a:t>
          </a:r>
        </a:p>
      </dgm:t>
    </dgm:pt>
    <dgm:pt modelId="{3ED08A26-0649-40D4-BAAF-B36B03D60D58}" type="parTrans" cxnId="{302C387C-81FC-4826-BC40-60759B151B9F}">
      <dgm:prSet/>
      <dgm:spPr/>
      <dgm:t>
        <a:bodyPr/>
        <a:lstStyle/>
        <a:p>
          <a:endParaRPr lang="fr-FR"/>
        </a:p>
      </dgm:t>
    </dgm:pt>
    <dgm:pt modelId="{563DE992-C3CD-4F8D-A3D9-B830E4B3A32D}" type="sibTrans" cxnId="{302C387C-81FC-4826-BC40-60759B151B9F}">
      <dgm:prSet/>
      <dgm:spPr/>
      <dgm:t>
        <a:bodyPr/>
        <a:lstStyle/>
        <a:p>
          <a:endParaRPr lang="fr-FR"/>
        </a:p>
      </dgm:t>
    </dgm:pt>
    <dgm:pt modelId="{8D694436-F20C-4F08-B532-439DD6BCF1CB}">
      <dgm:prSet phldrT="[Texte]"/>
      <dgm:spPr/>
      <dgm:t>
        <a:bodyPr/>
        <a:lstStyle/>
        <a:p>
          <a:r>
            <a:rPr lang="fr-FR" dirty="0"/>
            <a:t>création des tables de dimension</a:t>
          </a:r>
        </a:p>
      </dgm:t>
    </dgm:pt>
    <dgm:pt modelId="{99FEF4CD-1B42-40A1-BAE9-6E6BD0A8A4C2}" type="parTrans" cxnId="{F0FECC09-CBEE-4BB4-914F-0D4237529DE9}">
      <dgm:prSet/>
      <dgm:spPr/>
      <dgm:t>
        <a:bodyPr/>
        <a:lstStyle/>
        <a:p>
          <a:endParaRPr lang="fr-FR"/>
        </a:p>
      </dgm:t>
    </dgm:pt>
    <dgm:pt modelId="{1F4B55E8-99CC-4D78-8B59-2D1D806AD0F3}" type="sibTrans" cxnId="{F0FECC09-CBEE-4BB4-914F-0D4237529DE9}">
      <dgm:prSet/>
      <dgm:spPr/>
      <dgm:t>
        <a:bodyPr/>
        <a:lstStyle/>
        <a:p>
          <a:endParaRPr lang="fr-FR"/>
        </a:p>
      </dgm:t>
    </dgm:pt>
    <dgm:pt modelId="{A9C4CE48-C47F-4A53-A618-F2E2426491CF}">
      <dgm:prSet/>
      <dgm:spPr/>
      <dgm:t>
        <a:bodyPr/>
        <a:lstStyle/>
        <a:p>
          <a:r>
            <a:rPr lang="fr-FR" dirty="0"/>
            <a:t>Correctifs apportés</a:t>
          </a:r>
        </a:p>
      </dgm:t>
    </dgm:pt>
    <dgm:pt modelId="{12277EC4-F814-493C-932A-03DFC23F10AB}" type="parTrans" cxnId="{E2A7BAEC-ACBB-4163-AE5E-DABCBE2D53A9}">
      <dgm:prSet/>
      <dgm:spPr/>
      <dgm:t>
        <a:bodyPr/>
        <a:lstStyle/>
        <a:p>
          <a:endParaRPr lang="fr-FR"/>
        </a:p>
      </dgm:t>
    </dgm:pt>
    <dgm:pt modelId="{96F54757-254F-4944-A8CA-B0455E16CCDB}" type="sibTrans" cxnId="{E2A7BAEC-ACBB-4163-AE5E-DABCBE2D53A9}">
      <dgm:prSet/>
      <dgm:spPr/>
      <dgm:t>
        <a:bodyPr/>
        <a:lstStyle/>
        <a:p>
          <a:endParaRPr lang="fr-FR"/>
        </a:p>
      </dgm:t>
    </dgm:pt>
    <dgm:pt modelId="{4F2889AB-DF83-48F2-BCA6-2C8879E08979}">
      <dgm:prSet/>
      <dgm:spPr/>
      <dgm:t>
        <a:bodyPr/>
        <a:lstStyle/>
        <a:p>
          <a:r>
            <a:rPr lang="fr-FR" dirty="0"/>
            <a:t>suppression de lignes vides</a:t>
          </a:r>
        </a:p>
      </dgm:t>
    </dgm:pt>
    <dgm:pt modelId="{A1ABF7EE-FD0F-420B-8D07-FEDC4CDC357A}" type="parTrans" cxnId="{9D8060AD-B113-4525-BEE8-DC3F96BC2CB4}">
      <dgm:prSet/>
      <dgm:spPr/>
      <dgm:t>
        <a:bodyPr/>
        <a:lstStyle/>
        <a:p>
          <a:endParaRPr lang="fr-FR"/>
        </a:p>
      </dgm:t>
    </dgm:pt>
    <dgm:pt modelId="{1B5D8656-0B54-40F3-9CE0-8C57589CE5AA}" type="sibTrans" cxnId="{9D8060AD-B113-4525-BEE8-DC3F96BC2CB4}">
      <dgm:prSet/>
      <dgm:spPr/>
      <dgm:t>
        <a:bodyPr/>
        <a:lstStyle/>
        <a:p>
          <a:endParaRPr lang="fr-FR"/>
        </a:p>
      </dgm:t>
    </dgm:pt>
    <dgm:pt modelId="{C6DF4FE4-B36D-4F33-B0B5-9978EDDFF61D}">
      <dgm:prSet/>
      <dgm:spPr/>
      <dgm:t>
        <a:bodyPr/>
        <a:lstStyle/>
        <a:p>
          <a:r>
            <a:rPr lang="fr-FR" dirty="0"/>
            <a:t>renommage de colonnes</a:t>
          </a:r>
        </a:p>
      </dgm:t>
    </dgm:pt>
    <dgm:pt modelId="{16BB2176-0B8A-4385-A7D4-CB6AB558C224}" type="parTrans" cxnId="{D92ECFF3-A3D3-4C98-81DD-8310184F1FBB}">
      <dgm:prSet/>
      <dgm:spPr/>
      <dgm:t>
        <a:bodyPr/>
        <a:lstStyle/>
        <a:p>
          <a:endParaRPr lang="fr-FR"/>
        </a:p>
      </dgm:t>
    </dgm:pt>
    <dgm:pt modelId="{68B6BB0E-FDD2-4461-A470-435EFD959A80}" type="sibTrans" cxnId="{D92ECFF3-A3D3-4C98-81DD-8310184F1FBB}">
      <dgm:prSet/>
      <dgm:spPr/>
      <dgm:t>
        <a:bodyPr/>
        <a:lstStyle/>
        <a:p>
          <a:endParaRPr lang="fr-FR"/>
        </a:p>
      </dgm:t>
    </dgm:pt>
    <dgm:pt modelId="{261BBA5E-AD89-4B28-8A84-C32A4A76CCC1}">
      <dgm:prSet/>
      <dgm:spPr/>
      <dgm:t>
        <a:bodyPr/>
        <a:lstStyle/>
        <a:p>
          <a:r>
            <a:rPr lang="fr-FR" dirty="0"/>
            <a:t>changement de type de variable</a:t>
          </a:r>
        </a:p>
      </dgm:t>
    </dgm:pt>
    <dgm:pt modelId="{92E82B7E-B792-460A-BE9C-2D5B7A3F77AC}" type="parTrans" cxnId="{F471B835-3867-4D24-9C5B-88DD647BF840}">
      <dgm:prSet/>
      <dgm:spPr/>
      <dgm:t>
        <a:bodyPr/>
        <a:lstStyle/>
        <a:p>
          <a:endParaRPr lang="fr-FR"/>
        </a:p>
      </dgm:t>
    </dgm:pt>
    <dgm:pt modelId="{73E5BC9E-3366-4A15-BBC0-BD14BA118880}" type="sibTrans" cxnId="{F471B835-3867-4D24-9C5B-88DD647BF840}">
      <dgm:prSet/>
      <dgm:spPr/>
      <dgm:t>
        <a:bodyPr/>
        <a:lstStyle/>
        <a:p>
          <a:endParaRPr lang="fr-FR"/>
        </a:p>
      </dgm:t>
    </dgm:pt>
    <dgm:pt modelId="{39D96A61-C8AB-40CE-8D69-71B97C2BC275}" type="pres">
      <dgm:prSet presAssocID="{221CCBAC-F71F-42AE-8ABC-630D09B56DA9}" presName="Name0" presStyleCnt="0">
        <dgm:presLayoutVars>
          <dgm:dir/>
          <dgm:animLvl val="lvl"/>
          <dgm:resizeHandles val="exact"/>
        </dgm:presLayoutVars>
      </dgm:prSet>
      <dgm:spPr/>
    </dgm:pt>
    <dgm:pt modelId="{585D21DE-04C1-4D83-853E-1EF5F0F89433}" type="pres">
      <dgm:prSet presAssocID="{835CD130-8745-49CE-8858-384A6C5647CA}" presName="linNode" presStyleCnt="0"/>
      <dgm:spPr/>
    </dgm:pt>
    <dgm:pt modelId="{88B46957-5E25-4869-9562-CFCBB08B2A45}" type="pres">
      <dgm:prSet presAssocID="{835CD130-8745-49CE-8858-384A6C5647C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226BAF76-552B-4C91-929B-D9DBCDC531E8}" type="pres">
      <dgm:prSet presAssocID="{835CD130-8745-49CE-8858-384A6C5647CA}" presName="descendantText" presStyleLbl="alignAccFollowNode1" presStyleIdx="0" presStyleCnt="4">
        <dgm:presLayoutVars>
          <dgm:bulletEnabled val="1"/>
        </dgm:presLayoutVars>
      </dgm:prSet>
      <dgm:spPr/>
    </dgm:pt>
    <dgm:pt modelId="{F777B12A-D3FE-40C3-B221-574612CA2383}" type="pres">
      <dgm:prSet presAssocID="{F2308E08-E1C1-4F7E-BC24-DE966207A096}" presName="sp" presStyleCnt="0"/>
      <dgm:spPr/>
    </dgm:pt>
    <dgm:pt modelId="{1C3AE739-9583-44AF-8563-2BD1A31C2BEC}" type="pres">
      <dgm:prSet presAssocID="{0DA7DB9A-11FF-49BB-BED4-EFEFF126CD03}" presName="linNode" presStyleCnt="0"/>
      <dgm:spPr/>
    </dgm:pt>
    <dgm:pt modelId="{24DC3F9B-663C-4DA8-B55D-F324B26AE974}" type="pres">
      <dgm:prSet presAssocID="{0DA7DB9A-11FF-49BB-BED4-EFEFF126CD0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C31353D-11FA-4B23-A365-29D3A155D3EE}" type="pres">
      <dgm:prSet presAssocID="{0DA7DB9A-11FF-49BB-BED4-EFEFF126CD03}" presName="descendantText" presStyleLbl="alignAccFollowNode1" presStyleIdx="1" presStyleCnt="4">
        <dgm:presLayoutVars>
          <dgm:bulletEnabled val="1"/>
        </dgm:presLayoutVars>
      </dgm:prSet>
      <dgm:spPr/>
    </dgm:pt>
    <dgm:pt modelId="{2DF6CD8B-7961-4BF1-8977-C7979C0AE530}" type="pres">
      <dgm:prSet presAssocID="{0FDD66D4-3E77-4748-90B6-A8B92BED3C2D}" presName="sp" presStyleCnt="0"/>
      <dgm:spPr/>
    </dgm:pt>
    <dgm:pt modelId="{3401A19B-C65A-4F7B-91CA-763BC9FDC1E0}" type="pres">
      <dgm:prSet presAssocID="{AAC55FC0-EB61-4D78-9245-87CCAB1DA65E}" presName="linNode" presStyleCnt="0"/>
      <dgm:spPr/>
    </dgm:pt>
    <dgm:pt modelId="{C871A303-094B-4EA4-95DA-A121F6AC2969}" type="pres">
      <dgm:prSet presAssocID="{AAC55FC0-EB61-4D78-9245-87CCAB1DA65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9D529D6-AFD3-4937-9358-5F8A6CEC235D}" type="pres">
      <dgm:prSet presAssocID="{AAC55FC0-EB61-4D78-9245-87CCAB1DA65E}" presName="descendantText" presStyleLbl="alignAccFollowNode1" presStyleIdx="2" presStyleCnt="4">
        <dgm:presLayoutVars>
          <dgm:bulletEnabled val="1"/>
        </dgm:presLayoutVars>
      </dgm:prSet>
      <dgm:spPr/>
    </dgm:pt>
    <dgm:pt modelId="{BF709E2C-0687-4A51-A019-B5F02E1898F6}" type="pres">
      <dgm:prSet presAssocID="{ADAA59DE-D642-403E-9FC1-70623A82E74D}" presName="sp" presStyleCnt="0"/>
      <dgm:spPr/>
    </dgm:pt>
    <dgm:pt modelId="{681D6AF6-CC7C-4361-985A-819D4217E139}" type="pres">
      <dgm:prSet presAssocID="{A9C4CE48-C47F-4A53-A618-F2E2426491CF}" presName="linNode" presStyleCnt="0"/>
      <dgm:spPr/>
    </dgm:pt>
    <dgm:pt modelId="{258CDA10-553A-4EE2-9B7C-3EB4125DB14D}" type="pres">
      <dgm:prSet presAssocID="{A9C4CE48-C47F-4A53-A618-F2E2426491CF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52AE2648-1A88-4FE1-9B6C-C8686EE4F677}" type="pres">
      <dgm:prSet presAssocID="{A9C4CE48-C47F-4A53-A618-F2E2426491CF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F0FECC09-CBEE-4BB4-914F-0D4237529DE9}" srcId="{AAC55FC0-EB61-4D78-9245-87CCAB1DA65E}" destId="{8D694436-F20C-4F08-B532-439DD6BCF1CB}" srcOrd="1" destOrd="0" parTransId="{99FEF4CD-1B42-40A1-BAE9-6E6BD0A8A4C2}" sibTransId="{1F4B55E8-99CC-4D78-8B59-2D1D806AD0F3}"/>
    <dgm:cxn modelId="{B6731816-28DF-4DAE-B63A-18A889E51F89}" srcId="{221CCBAC-F71F-42AE-8ABC-630D09B56DA9}" destId="{0DA7DB9A-11FF-49BB-BED4-EFEFF126CD03}" srcOrd="1" destOrd="0" parTransId="{11BD6D3F-84CF-427D-9ACC-1E1FC5928681}" sibTransId="{0FDD66D4-3E77-4748-90B6-A8B92BED3C2D}"/>
    <dgm:cxn modelId="{70EE5321-4556-4E13-B1BD-CBF65266C680}" type="presOf" srcId="{7C09AA70-3F97-4B37-A1AD-87C56C4BCE5E}" destId="{226BAF76-552B-4C91-929B-D9DBCDC531E8}" srcOrd="0" destOrd="0" presId="urn:microsoft.com/office/officeart/2005/8/layout/vList5"/>
    <dgm:cxn modelId="{E2485629-1B08-4BAF-B8FC-ED72E3751C94}" srcId="{221CCBAC-F71F-42AE-8ABC-630D09B56DA9}" destId="{835CD130-8745-49CE-8858-384A6C5647CA}" srcOrd="0" destOrd="0" parTransId="{A8912ED6-DAA0-4B7D-960D-8F09961E23CB}" sibTransId="{F2308E08-E1C1-4F7E-BC24-DE966207A096}"/>
    <dgm:cxn modelId="{F471B835-3867-4D24-9C5B-88DD647BF840}" srcId="{A9C4CE48-C47F-4A53-A618-F2E2426491CF}" destId="{261BBA5E-AD89-4B28-8A84-C32A4A76CCC1}" srcOrd="2" destOrd="0" parTransId="{92E82B7E-B792-460A-BE9C-2D5B7A3F77AC}" sibTransId="{73E5BC9E-3366-4A15-BBC0-BD14BA118880}"/>
    <dgm:cxn modelId="{8D04DF3D-97E8-4CEB-899A-0B236877E453}" type="presOf" srcId="{4F2889AB-DF83-48F2-BCA6-2C8879E08979}" destId="{52AE2648-1A88-4FE1-9B6C-C8686EE4F677}" srcOrd="0" destOrd="0" presId="urn:microsoft.com/office/officeart/2005/8/layout/vList5"/>
    <dgm:cxn modelId="{787C265B-0CCF-4C2F-B163-C8ADC24D750F}" srcId="{0DA7DB9A-11FF-49BB-BED4-EFEFF126CD03}" destId="{169D7134-8BB2-49A8-978F-BE5DA1DF15AC}" srcOrd="0" destOrd="0" parTransId="{9CD7DCD3-5970-4FB6-8806-622C2AE4F712}" sibTransId="{E17160F0-0344-4801-B1EF-15F93BCB1B57}"/>
    <dgm:cxn modelId="{121F9A4B-B536-4217-977E-BDB37F9CB462}" type="presOf" srcId="{A9C4CE48-C47F-4A53-A618-F2E2426491CF}" destId="{258CDA10-553A-4EE2-9B7C-3EB4125DB14D}" srcOrd="0" destOrd="0" presId="urn:microsoft.com/office/officeart/2005/8/layout/vList5"/>
    <dgm:cxn modelId="{7FC85C50-C6F8-459E-9984-0B45170D2440}" type="presOf" srcId="{835CD130-8745-49CE-8858-384A6C5647CA}" destId="{88B46957-5E25-4869-9562-CFCBB08B2A45}" srcOrd="0" destOrd="0" presId="urn:microsoft.com/office/officeart/2005/8/layout/vList5"/>
    <dgm:cxn modelId="{921FB773-DB64-47FF-91AF-8262D5932B35}" type="presOf" srcId="{169D7134-8BB2-49A8-978F-BE5DA1DF15AC}" destId="{5C31353D-11FA-4B23-A365-29D3A155D3EE}" srcOrd="0" destOrd="0" presId="urn:microsoft.com/office/officeart/2005/8/layout/vList5"/>
    <dgm:cxn modelId="{302C387C-81FC-4826-BC40-60759B151B9F}" srcId="{AAC55FC0-EB61-4D78-9245-87CCAB1DA65E}" destId="{3A9772DB-B8E4-4C3E-A488-19BB9FFA3D9C}" srcOrd="0" destOrd="0" parTransId="{3ED08A26-0649-40D4-BAAF-B36B03D60D58}" sibTransId="{563DE992-C3CD-4F8D-A3D9-B830E4B3A32D}"/>
    <dgm:cxn modelId="{8AB53E80-ACFA-43C2-99EA-43B0968F3298}" type="presOf" srcId="{AAC55FC0-EB61-4D78-9245-87CCAB1DA65E}" destId="{C871A303-094B-4EA4-95DA-A121F6AC2969}" srcOrd="0" destOrd="0" presId="urn:microsoft.com/office/officeart/2005/8/layout/vList5"/>
    <dgm:cxn modelId="{33012387-12D1-46F6-9DE9-C3FAD0F1A7DE}" type="presOf" srcId="{C6DF4FE4-B36D-4F33-B0B5-9978EDDFF61D}" destId="{52AE2648-1A88-4FE1-9B6C-C8686EE4F677}" srcOrd="0" destOrd="1" presId="urn:microsoft.com/office/officeart/2005/8/layout/vList5"/>
    <dgm:cxn modelId="{32DBFA97-5555-4681-AE34-F2B283FB380F}" srcId="{835CD130-8745-49CE-8858-384A6C5647CA}" destId="{7C09AA70-3F97-4B37-A1AD-87C56C4BCE5E}" srcOrd="0" destOrd="0" parTransId="{8D1D9816-DD22-4624-AE40-42AE648BCEEB}" sibTransId="{132545B1-E64E-4279-B436-1E294F68DC0B}"/>
    <dgm:cxn modelId="{D34780A5-5538-4F39-8E0F-480EC1D014A1}" type="presOf" srcId="{221CCBAC-F71F-42AE-8ABC-630D09B56DA9}" destId="{39D96A61-C8AB-40CE-8D69-71B97C2BC275}" srcOrd="0" destOrd="0" presId="urn:microsoft.com/office/officeart/2005/8/layout/vList5"/>
    <dgm:cxn modelId="{D0F390A5-4690-493D-B6DA-97374E14F53A}" type="presOf" srcId="{0DA7DB9A-11FF-49BB-BED4-EFEFF126CD03}" destId="{24DC3F9B-663C-4DA8-B55D-F324B26AE974}" srcOrd="0" destOrd="0" presId="urn:microsoft.com/office/officeart/2005/8/layout/vList5"/>
    <dgm:cxn modelId="{9D8060AD-B113-4525-BEE8-DC3F96BC2CB4}" srcId="{A9C4CE48-C47F-4A53-A618-F2E2426491CF}" destId="{4F2889AB-DF83-48F2-BCA6-2C8879E08979}" srcOrd="0" destOrd="0" parTransId="{A1ABF7EE-FD0F-420B-8D07-FEDC4CDC357A}" sibTransId="{1B5D8656-0B54-40F3-9CE0-8C57589CE5AA}"/>
    <dgm:cxn modelId="{2BD2C3B1-6A71-4D40-8A72-6260CBFE8C26}" srcId="{221CCBAC-F71F-42AE-8ABC-630D09B56DA9}" destId="{AAC55FC0-EB61-4D78-9245-87CCAB1DA65E}" srcOrd="2" destOrd="0" parTransId="{28C66085-A525-4021-97FA-9CB88614A44F}" sibTransId="{ADAA59DE-D642-403E-9FC1-70623A82E74D}"/>
    <dgm:cxn modelId="{740F9DB8-17A6-4653-9A99-BD0C213B6D54}" type="presOf" srcId="{3A9772DB-B8E4-4C3E-A488-19BB9FFA3D9C}" destId="{09D529D6-AFD3-4937-9358-5F8A6CEC235D}" srcOrd="0" destOrd="0" presId="urn:microsoft.com/office/officeart/2005/8/layout/vList5"/>
    <dgm:cxn modelId="{761BA7D9-8B5F-4D92-BF5E-4ED8A83B0A49}" type="presOf" srcId="{8D694436-F20C-4F08-B532-439DD6BCF1CB}" destId="{09D529D6-AFD3-4937-9358-5F8A6CEC235D}" srcOrd="0" destOrd="1" presId="urn:microsoft.com/office/officeart/2005/8/layout/vList5"/>
    <dgm:cxn modelId="{4E6441EB-C831-41F5-AAFC-8A8922300521}" type="presOf" srcId="{261BBA5E-AD89-4B28-8A84-C32A4A76CCC1}" destId="{52AE2648-1A88-4FE1-9B6C-C8686EE4F677}" srcOrd="0" destOrd="2" presId="urn:microsoft.com/office/officeart/2005/8/layout/vList5"/>
    <dgm:cxn modelId="{E2A7BAEC-ACBB-4163-AE5E-DABCBE2D53A9}" srcId="{221CCBAC-F71F-42AE-8ABC-630D09B56DA9}" destId="{A9C4CE48-C47F-4A53-A618-F2E2426491CF}" srcOrd="3" destOrd="0" parTransId="{12277EC4-F814-493C-932A-03DFC23F10AB}" sibTransId="{96F54757-254F-4944-A8CA-B0455E16CCDB}"/>
    <dgm:cxn modelId="{D92ECFF3-A3D3-4C98-81DD-8310184F1FBB}" srcId="{A9C4CE48-C47F-4A53-A618-F2E2426491CF}" destId="{C6DF4FE4-B36D-4F33-B0B5-9978EDDFF61D}" srcOrd="1" destOrd="0" parTransId="{16BB2176-0B8A-4385-A7D4-CB6AB558C224}" sibTransId="{68B6BB0E-FDD2-4461-A470-435EFD959A80}"/>
    <dgm:cxn modelId="{8A4C00CB-24E0-4C6E-B995-C8711DC88E98}" type="presParOf" srcId="{39D96A61-C8AB-40CE-8D69-71B97C2BC275}" destId="{585D21DE-04C1-4D83-853E-1EF5F0F89433}" srcOrd="0" destOrd="0" presId="urn:microsoft.com/office/officeart/2005/8/layout/vList5"/>
    <dgm:cxn modelId="{B161A26D-0A4D-4C59-8D34-7558BF5FAC8C}" type="presParOf" srcId="{585D21DE-04C1-4D83-853E-1EF5F0F89433}" destId="{88B46957-5E25-4869-9562-CFCBB08B2A45}" srcOrd="0" destOrd="0" presId="urn:microsoft.com/office/officeart/2005/8/layout/vList5"/>
    <dgm:cxn modelId="{B7FD544B-C5D6-4223-BFFA-BCCD5F1399C1}" type="presParOf" srcId="{585D21DE-04C1-4D83-853E-1EF5F0F89433}" destId="{226BAF76-552B-4C91-929B-D9DBCDC531E8}" srcOrd="1" destOrd="0" presId="urn:microsoft.com/office/officeart/2005/8/layout/vList5"/>
    <dgm:cxn modelId="{8D0C9007-8A43-4340-A35D-6A5B349699C7}" type="presParOf" srcId="{39D96A61-C8AB-40CE-8D69-71B97C2BC275}" destId="{F777B12A-D3FE-40C3-B221-574612CA2383}" srcOrd="1" destOrd="0" presId="urn:microsoft.com/office/officeart/2005/8/layout/vList5"/>
    <dgm:cxn modelId="{40466CE2-7856-4005-86EF-2A27C7465351}" type="presParOf" srcId="{39D96A61-C8AB-40CE-8D69-71B97C2BC275}" destId="{1C3AE739-9583-44AF-8563-2BD1A31C2BEC}" srcOrd="2" destOrd="0" presId="urn:microsoft.com/office/officeart/2005/8/layout/vList5"/>
    <dgm:cxn modelId="{7C45610E-A722-43E7-9693-00F021CF5113}" type="presParOf" srcId="{1C3AE739-9583-44AF-8563-2BD1A31C2BEC}" destId="{24DC3F9B-663C-4DA8-B55D-F324B26AE974}" srcOrd="0" destOrd="0" presId="urn:microsoft.com/office/officeart/2005/8/layout/vList5"/>
    <dgm:cxn modelId="{CA95FAE6-E038-415E-9613-66D407C0B1E9}" type="presParOf" srcId="{1C3AE739-9583-44AF-8563-2BD1A31C2BEC}" destId="{5C31353D-11FA-4B23-A365-29D3A155D3EE}" srcOrd="1" destOrd="0" presId="urn:microsoft.com/office/officeart/2005/8/layout/vList5"/>
    <dgm:cxn modelId="{CBF461E3-F96E-4436-B1EF-DC6722C337D2}" type="presParOf" srcId="{39D96A61-C8AB-40CE-8D69-71B97C2BC275}" destId="{2DF6CD8B-7961-4BF1-8977-C7979C0AE530}" srcOrd="3" destOrd="0" presId="urn:microsoft.com/office/officeart/2005/8/layout/vList5"/>
    <dgm:cxn modelId="{244AD6CD-9906-4E20-BBFE-C5F2F160835E}" type="presParOf" srcId="{39D96A61-C8AB-40CE-8D69-71B97C2BC275}" destId="{3401A19B-C65A-4F7B-91CA-763BC9FDC1E0}" srcOrd="4" destOrd="0" presId="urn:microsoft.com/office/officeart/2005/8/layout/vList5"/>
    <dgm:cxn modelId="{ECCD08DE-0225-402C-83F6-66EC9A37CC66}" type="presParOf" srcId="{3401A19B-C65A-4F7B-91CA-763BC9FDC1E0}" destId="{C871A303-094B-4EA4-95DA-A121F6AC2969}" srcOrd="0" destOrd="0" presId="urn:microsoft.com/office/officeart/2005/8/layout/vList5"/>
    <dgm:cxn modelId="{219B6D7C-C481-4154-9705-77E9374FA179}" type="presParOf" srcId="{3401A19B-C65A-4F7B-91CA-763BC9FDC1E0}" destId="{09D529D6-AFD3-4937-9358-5F8A6CEC235D}" srcOrd="1" destOrd="0" presId="urn:microsoft.com/office/officeart/2005/8/layout/vList5"/>
    <dgm:cxn modelId="{233ACC0A-DE99-48D0-A12A-23646FC94131}" type="presParOf" srcId="{39D96A61-C8AB-40CE-8D69-71B97C2BC275}" destId="{BF709E2C-0687-4A51-A019-B5F02E1898F6}" srcOrd="5" destOrd="0" presId="urn:microsoft.com/office/officeart/2005/8/layout/vList5"/>
    <dgm:cxn modelId="{E1B439A8-C2E7-4382-8E9D-D944B2BADF45}" type="presParOf" srcId="{39D96A61-C8AB-40CE-8D69-71B97C2BC275}" destId="{681D6AF6-CC7C-4361-985A-819D4217E139}" srcOrd="6" destOrd="0" presId="urn:microsoft.com/office/officeart/2005/8/layout/vList5"/>
    <dgm:cxn modelId="{3DA92756-7BBB-404E-99A4-0986A1CCF89D}" type="presParOf" srcId="{681D6AF6-CC7C-4361-985A-819D4217E139}" destId="{258CDA10-553A-4EE2-9B7C-3EB4125DB14D}" srcOrd="0" destOrd="0" presId="urn:microsoft.com/office/officeart/2005/8/layout/vList5"/>
    <dgm:cxn modelId="{890C3B6B-3485-43B0-A785-8F89A1CFBCB5}" type="presParOf" srcId="{681D6AF6-CC7C-4361-985A-819D4217E139}" destId="{52AE2648-1A88-4FE1-9B6C-C8686EE4F67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557133-A84C-4281-9C5D-6D46E4B08AD7}">
      <dsp:nvSpPr>
        <dsp:cNvPr id="0" name=""/>
        <dsp:cNvSpPr/>
      </dsp:nvSpPr>
      <dsp:spPr>
        <a:xfrm>
          <a:off x="857" y="266237"/>
          <a:ext cx="1828704" cy="10972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700" kern="1200" dirty="0"/>
            <a:t>2019</a:t>
          </a:r>
        </a:p>
      </dsp:txBody>
      <dsp:txXfrm>
        <a:off x="32994" y="298374"/>
        <a:ext cx="1764430" cy="1032948"/>
      </dsp:txXfrm>
    </dsp:sp>
    <dsp:sp modelId="{844EC289-7BFF-4CDC-9A94-45FCC26D6FD1}">
      <dsp:nvSpPr>
        <dsp:cNvPr id="0" name=""/>
        <dsp:cNvSpPr/>
      </dsp:nvSpPr>
      <dsp:spPr>
        <a:xfrm>
          <a:off x="2012432" y="588089"/>
          <a:ext cx="387685" cy="4535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2012432" y="678793"/>
        <a:ext cx="271380" cy="272110"/>
      </dsp:txXfrm>
    </dsp:sp>
    <dsp:sp modelId="{8A63D408-6CD3-444F-B499-EC65C6ED6EEA}">
      <dsp:nvSpPr>
        <dsp:cNvPr id="0" name=""/>
        <dsp:cNvSpPr/>
      </dsp:nvSpPr>
      <dsp:spPr>
        <a:xfrm>
          <a:off x="2561043" y="266237"/>
          <a:ext cx="1828704" cy="10972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700" kern="1200" dirty="0"/>
            <a:t>2022</a:t>
          </a:r>
        </a:p>
      </dsp:txBody>
      <dsp:txXfrm>
        <a:off x="2593180" y="298374"/>
        <a:ext cx="1764430" cy="1032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852B4-07E1-4BEC-93EE-E8B0A40F09E3}">
      <dsp:nvSpPr>
        <dsp:cNvPr id="0" name=""/>
        <dsp:cNvSpPr/>
      </dsp:nvSpPr>
      <dsp:spPr>
        <a:xfrm rot="5400000">
          <a:off x="1813196" y="229586"/>
          <a:ext cx="1190855" cy="1036044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Genre</a:t>
          </a:r>
        </a:p>
      </dsp:txBody>
      <dsp:txXfrm rot="-5400000">
        <a:off x="2052051" y="337756"/>
        <a:ext cx="713144" cy="819705"/>
      </dsp:txXfrm>
    </dsp:sp>
    <dsp:sp modelId="{096A9A4F-9B82-4990-B287-07C8991C4B18}">
      <dsp:nvSpPr>
        <dsp:cNvPr id="0" name=""/>
        <dsp:cNvSpPr/>
      </dsp:nvSpPr>
      <dsp:spPr>
        <a:xfrm>
          <a:off x="2958084" y="390351"/>
          <a:ext cx="1328994" cy="714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E3F33D-8938-42E4-AB7B-20228DFD95FD}">
      <dsp:nvSpPr>
        <dsp:cNvPr id="0" name=""/>
        <dsp:cNvSpPr/>
      </dsp:nvSpPr>
      <dsp:spPr>
        <a:xfrm rot="5400000">
          <a:off x="694268" y="229586"/>
          <a:ext cx="1190855" cy="1036044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Age</a:t>
          </a:r>
        </a:p>
      </dsp:txBody>
      <dsp:txXfrm rot="-5400000">
        <a:off x="933123" y="337756"/>
        <a:ext cx="713144" cy="819705"/>
      </dsp:txXfrm>
    </dsp:sp>
    <dsp:sp modelId="{5F811D66-A99B-43C8-8BCD-FBDF9BAEC062}">
      <dsp:nvSpPr>
        <dsp:cNvPr id="0" name=""/>
        <dsp:cNvSpPr/>
      </dsp:nvSpPr>
      <dsp:spPr>
        <a:xfrm rot="5400000">
          <a:off x="1251588" y="1240384"/>
          <a:ext cx="1190855" cy="1036044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kern="1200" dirty="0"/>
            <a:t>Région</a:t>
          </a:r>
        </a:p>
      </dsp:txBody>
      <dsp:txXfrm rot="-5400000">
        <a:off x="1490443" y="1348554"/>
        <a:ext cx="713144" cy="819705"/>
      </dsp:txXfrm>
    </dsp:sp>
    <dsp:sp modelId="{DBA40442-2DC1-4C86-A280-A3C0C45D737D}">
      <dsp:nvSpPr>
        <dsp:cNvPr id="0" name=""/>
        <dsp:cNvSpPr/>
      </dsp:nvSpPr>
      <dsp:spPr>
        <a:xfrm>
          <a:off x="0" y="1401149"/>
          <a:ext cx="1286123" cy="714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057410-03C7-4CB9-99EB-FD3262292A95}">
      <dsp:nvSpPr>
        <dsp:cNvPr id="0" name=""/>
        <dsp:cNvSpPr/>
      </dsp:nvSpPr>
      <dsp:spPr>
        <a:xfrm rot="5400000">
          <a:off x="2370516" y="1240384"/>
          <a:ext cx="1190855" cy="1036044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Diplôme</a:t>
          </a:r>
        </a:p>
      </dsp:txBody>
      <dsp:txXfrm rot="-5400000">
        <a:off x="2609371" y="1348554"/>
        <a:ext cx="713144" cy="8197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5852B4-07E1-4BEC-93EE-E8B0A40F09E3}">
      <dsp:nvSpPr>
        <dsp:cNvPr id="0" name=""/>
        <dsp:cNvSpPr/>
      </dsp:nvSpPr>
      <dsp:spPr>
        <a:xfrm rot="5400000">
          <a:off x="1813196" y="229586"/>
          <a:ext cx="1190855" cy="1036044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RQTH</a:t>
          </a:r>
        </a:p>
      </dsp:txBody>
      <dsp:txXfrm rot="-5400000">
        <a:off x="2052051" y="337756"/>
        <a:ext cx="713144" cy="819705"/>
      </dsp:txXfrm>
    </dsp:sp>
    <dsp:sp modelId="{096A9A4F-9B82-4990-B287-07C8991C4B18}">
      <dsp:nvSpPr>
        <dsp:cNvPr id="0" name=""/>
        <dsp:cNvSpPr/>
      </dsp:nvSpPr>
      <dsp:spPr>
        <a:xfrm>
          <a:off x="2958084" y="390351"/>
          <a:ext cx="1328994" cy="714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E3F33D-8938-42E4-AB7B-20228DFD95FD}">
      <dsp:nvSpPr>
        <dsp:cNvPr id="0" name=""/>
        <dsp:cNvSpPr/>
      </dsp:nvSpPr>
      <dsp:spPr>
        <a:xfrm rot="5400000">
          <a:off x="694268" y="229586"/>
          <a:ext cx="1190855" cy="1036044"/>
        </a:xfrm>
        <a:prstGeom prst="hexagon">
          <a:avLst>
            <a:gd name="adj" fmla="val 25000"/>
            <a:gd name="vf" fmla="val 11547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Age</a:t>
          </a:r>
        </a:p>
      </dsp:txBody>
      <dsp:txXfrm rot="-5400000">
        <a:off x="933123" y="337756"/>
        <a:ext cx="713144" cy="819705"/>
      </dsp:txXfrm>
    </dsp:sp>
    <dsp:sp modelId="{5F811D66-A99B-43C8-8BCD-FBDF9BAEC062}">
      <dsp:nvSpPr>
        <dsp:cNvPr id="0" name=""/>
        <dsp:cNvSpPr/>
      </dsp:nvSpPr>
      <dsp:spPr>
        <a:xfrm rot="5400000">
          <a:off x="1251588" y="1240384"/>
          <a:ext cx="1190855" cy="1036044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kern="1200" dirty="0"/>
            <a:t>QPV</a:t>
          </a:r>
        </a:p>
      </dsp:txBody>
      <dsp:txXfrm rot="-5400000">
        <a:off x="1490443" y="1348554"/>
        <a:ext cx="713144" cy="819705"/>
      </dsp:txXfrm>
    </dsp:sp>
    <dsp:sp modelId="{DBA40442-2DC1-4C86-A280-A3C0C45D737D}">
      <dsp:nvSpPr>
        <dsp:cNvPr id="0" name=""/>
        <dsp:cNvSpPr/>
      </dsp:nvSpPr>
      <dsp:spPr>
        <a:xfrm>
          <a:off x="0" y="1401149"/>
          <a:ext cx="1286123" cy="714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057410-03C7-4CB9-99EB-FD3262292A95}">
      <dsp:nvSpPr>
        <dsp:cNvPr id="0" name=""/>
        <dsp:cNvSpPr/>
      </dsp:nvSpPr>
      <dsp:spPr>
        <a:xfrm rot="5400000">
          <a:off x="2370516" y="1240384"/>
          <a:ext cx="1190855" cy="1036044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ZRR</a:t>
          </a:r>
        </a:p>
      </dsp:txBody>
      <dsp:txXfrm rot="-5400000">
        <a:off x="2609371" y="1348554"/>
        <a:ext cx="713144" cy="8197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BAF76-552B-4C91-929B-D9DBCDC531E8}">
      <dsp:nvSpPr>
        <dsp:cNvPr id="0" name=""/>
        <dsp:cNvSpPr/>
      </dsp:nvSpPr>
      <dsp:spPr>
        <a:xfrm rot="5400000">
          <a:off x="4817785" y="-1857816"/>
          <a:ext cx="1043516" cy="50254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800" kern="1200" dirty="0"/>
            <a:t>calcul et formatage des données de la table population afin d’assurer la correspondance avec nos autres tables</a:t>
          </a:r>
        </a:p>
      </dsp:txBody>
      <dsp:txXfrm rot="-5400000">
        <a:off x="2826817" y="184092"/>
        <a:ext cx="4974512" cy="941636"/>
      </dsp:txXfrm>
    </dsp:sp>
    <dsp:sp modelId="{88B46957-5E25-4869-9562-CFCBB08B2A45}">
      <dsp:nvSpPr>
        <dsp:cNvPr id="0" name=""/>
        <dsp:cNvSpPr/>
      </dsp:nvSpPr>
      <dsp:spPr>
        <a:xfrm>
          <a:off x="0" y="2711"/>
          <a:ext cx="2826817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Traitement en amont de l’import </a:t>
          </a:r>
        </a:p>
      </dsp:txBody>
      <dsp:txXfrm>
        <a:off x="63675" y="66386"/>
        <a:ext cx="2699467" cy="1177045"/>
      </dsp:txXfrm>
    </dsp:sp>
    <dsp:sp modelId="{5C31353D-11FA-4B23-A365-29D3A155D3EE}">
      <dsp:nvSpPr>
        <dsp:cNvPr id="0" name=""/>
        <dsp:cNvSpPr/>
      </dsp:nvSpPr>
      <dsp:spPr>
        <a:xfrm rot="5400000">
          <a:off x="4817785" y="-488200"/>
          <a:ext cx="1043516" cy="50254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les 20 tables de données mission locale, la table de données population</a:t>
          </a:r>
        </a:p>
      </dsp:txBody>
      <dsp:txXfrm rot="-5400000">
        <a:off x="2826817" y="1553708"/>
        <a:ext cx="4974512" cy="941636"/>
      </dsp:txXfrm>
    </dsp:sp>
    <dsp:sp modelId="{24DC3F9B-663C-4DA8-B55D-F324B26AE974}">
      <dsp:nvSpPr>
        <dsp:cNvPr id="0" name=""/>
        <dsp:cNvSpPr/>
      </dsp:nvSpPr>
      <dsp:spPr>
        <a:xfrm>
          <a:off x="0" y="1372327"/>
          <a:ext cx="2826817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Import des données </a:t>
          </a:r>
        </a:p>
      </dsp:txBody>
      <dsp:txXfrm>
        <a:off x="63675" y="1436002"/>
        <a:ext cx="2699467" cy="1177045"/>
      </dsp:txXfrm>
    </dsp:sp>
    <dsp:sp modelId="{09D529D6-AFD3-4937-9358-5F8A6CEC235D}">
      <dsp:nvSpPr>
        <dsp:cNvPr id="0" name=""/>
        <dsp:cNvSpPr/>
      </dsp:nvSpPr>
      <dsp:spPr>
        <a:xfrm rot="5400000">
          <a:off x="4817785" y="881414"/>
          <a:ext cx="1043516" cy="50254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fusion des tables contenant les codes indicateurs 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création des tables de dimension</a:t>
          </a:r>
        </a:p>
      </dsp:txBody>
      <dsp:txXfrm rot="-5400000">
        <a:off x="2826817" y="2923322"/>
        <a:ext cx="4974512" cy="941636"/>
      </dsp:txXfrm>
    </dsp:sp>
    <dsp:sp modelId="{C871A303-094B-4EA4-95DA-A121F6AC2969}">
      <dsp:nvSpPr>
        <dsp:cNvPr id="0" name=""/>
        <dsp:cNvSpPr/>
      </dsp:nvSpPr>
      <dsp:spPr>
        <a:xfrm>
          <a:off x="0" y="2741943"/>
          <a:ext cx="2826817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Travail sur les tables</a:t>
          </a:r>
        </a:p>
      </dsp:txBody>
      <dsp:txXfrm>
        <a:off x="63675" y="2805618"/>
        <a:ext cx="2699467" cy="1177045"/>
      </dsp:txXfrm>
    </dsp:sp>
    <dsp:sp modelId="{52AE2648-1A88-4FE1-9B6C-C8686EE4F677}">
      <dsp:nvSpPr>
        <dsp:cNvPr id="0" name=""/>
        <dsp:cNvSpPr/>
      </dsp:nvSpPr>
      <dsp:spPr>
        <a:xfrm rot="5400000">
          <a:off x="4817785" y="2251030"/>
          <a:ext cx="1043516" cy="50254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suppression de lignes vides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renommage de colonnes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changement de type de variable</a:t>
          </a:r>
        </a:p>
      </dsp:txBody>
      <dsp:txXfrm rot="-5400000">
        <a:off x="2826817" y="4292938"/>
        <a:ext cx="4974512" cy="941636"/>
      </dsp:txXfrm>
    </dsp:sp>
    <dsp:sp modelId="{258CDA10-553A-4EE2-9B7C-3EB4125DB14D}">
      <dsp:nvSpPr>
        <dsp:cNvPr id="0" name=""/>
        <dsp:cNvSpPr/>
      </dsp:nvSpPr>
      <dsp:spPr>
        <a:xfrm>
          <a:off x="0" y="4111559"/>
          <a:ext cx="2826817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Correctifs apportés</a:t>
          </a:r>
        </a:p>
      </dsp:txBody>
      <dsp:txXfrm>
        <a:off x="63675" y="4175234"/>
        <a:ext cx="2699467" cy="1177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C24F6-720F-458B-933E-742A7B4AA58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EA35D-C552-405A-B24A-4C2102D03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05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97091E-BCA5-144C-E590-30AE0D2C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246016" cy="3437454"/>
          </a:xfrm>
        </p:spPr>
        <p:txBody>
          <a:bodyPr>
            <a:normAutofit/>
          </a:bodyPr>
          <a:lstStyle/>
          <a:p>
            <a:r>
              <a:rPr lang="fr-FR" dirty="0"/>
              <a:t>Analyse de l’activité du réseau des missions locales</a:t>
            </a:r>
            <a:br>
              <a:rPr lang="fr-FR" dirty="0"/>
            </a:br>
            <a:r>
              <a:rPr lang="fr-FR" dirty="0"/>
              <a:t>Période 2019-2022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2B2599-13C2-4516-EBFD-1B83E1E35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860027"/>
            <a:ext cx="7315200" cy="914400"/>
          </a:xfrm>
        </p:spPr>
        <p:txBody>
          <a:bodyPr/>
          <a:lstStyle/>
          <a:p>
            <a:r>
              <a:rPr lang="fr-FR" dirty="0"/>
              <a:t>Projet de formation </a:t>
            </a:r>
            <a:r>
              <a:rPr lang="fr-FR" dirty="0" err="1"/>
              <a:t>Openclassrooms</a:t>
            </a:r>
            <a:endParaRPr lang="fr-FR" dirty="0"/>
          </a:p>
          <a:p>
            <a:r>
              <a:rPr lang="fr-FR" dirty="0"/>
              <a:t>Parcours Data </a:t>
            </a:r>
            <a:r>
              <a:rPr lang="fr-FR" dirty="0" err="1"/>
              <a:t>Analyst</a:t>
            </a:r>
            <a:r>
              <a:rPr lang="fr-FR" dirty="0"/>
              <a:t>– Anthony LERAY</a:t>
            </a:r>
          </a:p>
        </p:txBody>
      </p:sp>
    </p:spTree>
    <p:extLst>
      <p:ext uri="{BB962C8B-B14F-4D97-AF65-F5344CB8AC3E}">
        <p14:creationId xmlns:p14="http://schemas.microsoft.com/office/powerpoint/2010/main" val="61923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9FFC95-4FE6-CD80-44E9-0DDEE8BB1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54BE5-5EA1-3435-9449-691642FBE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685" y="218759"/>
            <a:ext cx="1868923" cy="609481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Les acteurs ?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B3A044FA-7F43-CAE7-C06E-4FAA4EA4BB5F}"/>
              </a:ext>
            </a:extLst>
          </p:cNvPr>
          <p:cNvSpPr txBox="1">
            <a:spLocks/>
          </p:cNvSpPr>
          <p:nvPr/>
        </p:nvSpPr>
        <p:spPr>
          <a:xfrm>
            <a:off x="8268808" y="191864"/>
            <a:ext cx="1868923" cy="609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/>
              <a:t>La période de référence ?</a:t>
            </a:r>
          </a:p>
        </p:txBody>
      </p:sp>
      <p:pic>
        <p:nvPicPr>
          <p:cNvPr id="6" name="Image 5" descr="Une image contenant Police, Graphique, texte, graphisme&#10;&#10;Le contenu généré par l’IA peut être incorrect.">
            <a:extLst>
              <a:ext uri="{FF2B5EF4-FFF2-40B4-BE49-F238E27FC236}">
                <a16:creationId xmlns:a16="http://schemas.microsoft.com/office/drawing/2014/main" id="{EF8454A4-3643-2915-0C20-796378A93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688" y="801346"/>
            <a:ext cx="2912993" cy="1629697"/>
          </a:xfrm>
          <a:prstGeom prst="rect">
            <a:avLst/>
          </a:prstGeom>
        </p:spPr>
      </p:pic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7B270384-1BC1-8791-E731-3BD5A00EF8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977456"/>
              </p:ext>
            </p:extLst>
          </p:nvPr>
        </p:nvGraphicFramePr>
        <p:xfrm>
          <a:off x="7007968" y="801346"/>
          <a:ext cx="4390605" cy="1629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A92CBA80-5E72-2CD7-BD86-FC5A5E8CC993}"/>
              </a:ext>
            </a:extLst>
          </p:cNvPr>
          <p:cNvSpPr txBox="1">
            <a:spLocks/>
          </p:cNvSpPr>
          <p:nvPr/>
        </p:nvSpPr>
        <p:spPr>
          <a:xfrm>
            <a:off x="3647685" y="2390766"/>
            <a:ext cx="1868923" cy="4170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fr-FR" dirty="0"/>
              <a:t>Leur rôle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5F9C41D0-2ED0-29F7-934C-E6B2FFA18B55}"/>
              </a:ext>
            </a:extLst>
          </p:cNvPr>
          <p:cNvSpPr txBox="1">
            <a:spLocks/>
          </p:cNvSpPr>
          <p:nvPr/>
        </p:nvSpPr>
        <p:spPr>
          <a:xfrm>
            <a:off x="3647686" y="3067001"/>
            <a:ext cx="8027477" cy="944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fr-FR" sz="1600" dirty="0"/>
              <a:t>Les missions locales ont pour objectif l’insertion professionnelle et sociale des jeunes de 16 à 25 ans. Leur méthode est celle de l’approche globale, leur aide concerne tous ces champs : l’emploi, l’orientation, la formation, la santé, le logement ou encore la mobilité.</a:t>
            </a: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10DD1FFD-18FF-3662-646B-40CC9066D6BF}"/>
              </a:ext>
            </a:extLst>
          </p:cNvPr>
          <p:cNvSpPr txBox="1">
            <a:spLocks/>
          </p:cNvSpPr>
          <p:nvPr/>
        </p:nvSpPr>
        <p:spPr>
          <a:xfrm>
            <a:off x="3647686" y="4243640"/>
            <a:ext cx="1868923" cy="6094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itchFamily="18" charset="2"/>
              <a:buNone/>
            </a:pPr>
            <a:r>
              <a:rPr lang="fr-FR" dirty="0"/>
              <a:t>Leur implantation et structuration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D27D8C2E-48AC-1B82-B4FC-5F90BFA1A2E5}"/>
              </a:ext>
            </a:extLst>
          </p:cNvPr>
          <p:cNvSpPr txBox="1">
            <a:spLocks/>
          </p:cNvSpPr>
          <p:nvPr/>
        </p:nvSpPr>
        <p:spPr>
          <a:xfrm>
            <a:off x="3647686" y="5085667"/>
            <a:ext cx="8027477" cy="944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fr-FR" sz="1600" dirty="0"/>
              <a:t>Elles sont implantées sur tout le territoire national et sont fédérées en un réseau à la tête duquel figure l’UNML (Union Nationale des Missions Locales). Ce réseau est décliné au niveau régional avec les ARML (Association Régionale des Missions Locales).</a:t>
            </a:r>
          </a:p>
        </p:txBody>
      </p:sp>
    </p:spTree>
    <p:extLst>
      <p:ext uri="{BB962C8B-B14F-4D97-AF65-F5344CB8AC3E}">
        <p14:creationId xmlns:p14="http://schemas.microsoft.com/office/powerpoint/2010/main" val="1546879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9FFC95-4FE6-CD80-44E9-0DDEE8BB1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54BE5-5EA1-3435-9449-691642FBE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8457" y="2081517"/>
            <a:ext cx="4439846" cy="1709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 niveau de granularité  régional  : </a:t>
            </a:r>
          </a:p>
          <a:p>
            <a:pPr lvl="1"/>
            <a:r>
              <a:rPr lang="fr-FR" dirty="0"/>
              <a:t>- 13 régions métropolitaines</a:t>
            </a:r>
          </a:p>
          <a:p>
            <a:pPr lvl="1"/>
            <a:r>
              <a:rPr lang="fr-FR" dirty="0"/>
              <a:t>- 5 territoires d’outre-mer</a:t>
            </a:r>
          </a:p>
          <a:p>
            <a:pPr lvl="1"/>
            <a:r>
              <a:rPr lang="fr-FR" dirty="0"/>
              <a:t>- une collectivité unique : Saint Martin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85CE06B-7589-E407-FEB5-37D3DBA288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6048268"/>
              </p:ext>
            </p:extLst>
          </p:nvPr>
        </p:nvGraphicFramePr>
        <p:xfrm>
          <a:off x="7652943" y="4081730"/>
          <a:ext cx="4287079" cy="2506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78B8356-E6D6-E7F6-5D36-738DFA898180}"/>
              </a:ext>
            </a:extLst>
          </p:cNvPr>
          <p:cNvSpPr txBox="1">
            <a:spLocks/>
          </p:cNvSpPr>
          <p:nvPr/>
        </p:nvSpPr>
        <p:spPr>
          <a:xfrm>
            <a:off x="3814007" y="4989257"/>
            <a:ext cx="4439846" cy="1255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fr-FR" sz="1800" dirty="0"/>
              <a:t>Les caractéristiques de ce public sont détaillées :</a:t>
            </a:r>
          </a:p>
        </p:txBody>
      </p:sp>
      <p:pic>
        <p:nvPicPr>
          <p:cNvPr id="14" name="Image 13" descr="Une image contenant carte, texte, atlas, diagramme&#10;&#10;Le contenu généré par l’IA peut être incorrect.">
            <a:extLst>
              <a:ext uri="{FF2B5EF4-FFF2-40B4-BE49-F238E27FC236}">
                <a16:creationId xmlns:a16="http://schemas.microsoft.com/office/drawing/2014/main" id="{BAEA6900-208A-193B-31BA-D7B569958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2758" y="1937754"/>
            <a:ext cx="3783123" cy="2257013"/>
          </a:xfrm>
          <a:prstGeom prst="rect">
            <a:avLst/>
          </a:prstGeom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5CC3395A-04DB-4EB2-7872-6E53F0ADBAAA}"/>
              </a:ext>
            </a:extLst>
          </p:cNvPr>
          <p:cNvSpPr txBox="1">
            <a:spLocks/>
          </p:cNvSpPr>
          <p:nvPr/>
        </p:nvSpPr>
        <p:spPr>
          <a:xfrm>
            <a:off x="3468951" y="319225"/>
            <a:ext cx="7909291" cy="1709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fr-FR" dirty="0"/>
              <a:t>20 tables de données au départ liées par une colonne : le code indicateur </a:t>
            </a:r>
          </a:p>
        </p:txBody>
      </p:sp>
    </p:spTree>
    <p:extLst>
      <p:ext uri="{BB962C8B-B14F-4D97-AF65-F5344CB8AC3E}">
        <p14:creationId xmlns:p14="http://schemas.microsoft.com/office/powerpoint/2010/main" val="414157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9FFC95-4FE6-CD80-44E9-0DDEE8BB1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spécificités métiers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CA2C51C-6B37-3A48-39C7-7005E54A22A6}"/>
              </a:ext>
            </a:extLst>
          </p:cNvPr>
          <p:cNvSpPr txBox="1">
            <a:spLocks/>
          </p:cNvSpPr>
          <p:nvPr/>
        </p:nvSpPr>
        <p:spPr>
          <a:xfrm>
            <a:off x="3633479" y="2702681"/>
            <a:ext cx="8150205" cy="47790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600" dirty="0"/>
              <a:t>Le vocabulaire spécifique : les contrats d’engagements, ce sont des contrats offrant un cadre à l’accompagnement d’une durée variable. Ils sont au nombre de 3 :</a:t>
            </a:r>
          </a:p>
          <a:p>
            <a:pPr algn="just"/>
            <a:endParaRPr lang="fr-FR" sz="1600" dirty="0"/>
          </a:p>
          <a:p>
            <a:pPr lvl="1" algn="just"/>
            <a:r>
              <a:rPr lang="fr-FR" sz="1600" dirty="0"/>
              <a:t>Le PACEA (Parcours d’Accès Contractualisé à l’Emploi et à l’Autonomie</a:t>
            </a:r>
          </a:p>
          <a:p>
            <a:pPr lvl="1" algn="just"/>
            <a:r>
              <a:rPr lang="fr-FR" sz="1600" dirty="0"/>
              <a:t>La GJ (Garanties Jeunes)</a:t>
            </a:r>
          </a:p>
          <a:p>
            <a:pPr lvl="1" algn="just"/>
            <a:r>
              <a:rPr lang="fr-FR" sz="1600" dirty="0"/>
              <a:t>Le CEJ (Contrat d’Engagement Jeunes)</a:t>
            </a:r>
          </a:p>
          <a:p>
            <a:pPr lvl="1" algn="just"/>
            <a:r>
              <a:rPr lang="fr-FR" sz="1600" b="1" dirty="0"/>
              <a:t>Jeunes accompagnés</a:t>
            </a:r>
            <a:r>
              <a:rPr lang="fr-FR" sz="1600" dirty="0"/>
              <a:t> : jeunes vus lors de trois entretiens minimums dans l'année</a:t>
            </a:r>
          </a:p>
          <a:p>
            <a:pPr lvl="1" algn="just"/>
            <a:r>
              <a:rPr lang="fr-FR" sz="1600" b="1" dirty="0"/>
              <a:t>Jeunes en contact</a:t>
            </a:r>
            <a:r>
              <a:rPr lang="fr-FR" sz="1600" dirty="0"/>
              <a:t> : jeunes qui ont eu au moins un contact avec leur mission locale, </a:t>
            </a:r>
          </a:p>
          <a:p>
            <a:pPr marL="502920" lvl="1" indent="0" algn="just">
              <a:buNone/>
            </a:pPr>
            <a:r>
              <a:rPr lang="fr-FR" sz="1600" dirty="0"/>
              <a:t>	quelque soit la nature de ce contact (entretien, téléphone, information collective...)</a:t>
            </a:r>
          </a:p>
          <a:p>
            <a:pPr lvl="1" algn="just"/>
            <a:r>
              <a:rPr lang="fr-FR" sz="1600" b="1" dirty="0"/>
              <a:t>Jeunes PA</a:t>
            </a:r>
            <a:r>
              <a:rPr lang="fr-FR" sz="1600" dirty="0"/>
              <a:t> : jeunes reçus pour la première fois au cours de l'année</a:t>
            </a:r>
          </a:p>
          <a:p>
            <a:pPr lvl="1"/>
            <a:r>
              <a:rPr lang="fr-FR" sz="1600" b="1" dirty="0"/>
              <a:t>Jeunes PA  info à date PA </a:t>
            </a:r>
            <a:r>
              <a:rPr lang="fr-FR" sz="1600" dirty="0"/>
              <a:t>:  informations saisies au moment où le jeune est reçu pour </a:t>
            </a:r>
          </a:p>
          <a:p>
            <a:pPr marL="502920" lvl="1" indent="0">
              <a:buNone/>
            </a:pPr>
            <a:r>
              <a:rPr lang="fr-FR" sz="1600" dirty="0"/>
              <a:t>	la première fois au cours de l'année. Le nombre est le même que </a:t>
            </a:r>
            <a:r>
              <a:rPr lang="fr-FR" sz="1600" b="1" dirty="0"/>
              <a:t>Jeunes PA</a:t>
            </a:r>
            <a:r>
              <a:rPr lang="fr-FR" sz="1600" dirty="0"/>
              <a:t>, les </a:t>
            </a:r>
          </a:p>
          <a:p>
            <a:pPr marL="502920" lvl="1" indent="0">
              <a:buNone/>
            </a:pPr>
            <a:r>
              <a:rPr lang="fr-FR" sz="1600" dirty="0"/>
              <a:t>	informations, de résidence notamment, peuvent varier.</a:t>
            </a:r>
          </a:p>
          <a:p>
            <a:pPr lvl="1" algn="just"/>
            <a:endParaRPr lang="fr-FR" sz="1600" dirty="0"/>
          </a:p>
          <a:p>
            <a:pPr lvl="1" algn="just"/>
            <a:endParaRPr lang="fr-FR" sz="1600" dirty="0"/>
          </a:p>
          <a:p>
            <a:pPr marL="502920" lvl="1" indent="0" algn="just">
              <a:buNone/>
            </a:pPr>
            <a:endParaRPr lang="fr-FR" sz="160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351E8C9F-07E5-06CE-3238-7D1173CCB75F}"/>
              </a:ext>
            </a:extLst>
          </p:cNvPr>
          <p:cNvSpPr txBox="1">
            <a:spLocks/>
          </p:cNvSpPr>
          <p:nvPr/>
        </p:nvSpPr>
        <p:spPr>
          <a:xfrm>
            <a:off x="3782593" y="743781"/>
            <a:ext cx="2146846" cy="1255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/>
              <a:t>Des publics cibles</a:t>
            </a:r>
            <a:endParaRPr lang="fr-FR" sz="1800" dirty="0"/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513B64FF-9992-8F50-4074-EEBEF128A6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9393721"/>
              </p:ext>
            </p:extLst>
          </p:nvPr>
        </p:nvGraphicFramePr>
        <p:xfrm>
          <a:off x="6511631" y="196666"/>
          <a:ext cx="4287079" cy="2506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314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DB9391-CA36-F54C-EDA4-B2817FC8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93864" cy="4601183"/>
          </a:xfrm>
        </p:spPr>
        <p:txBody>
          <a:bodyPr/>
          <a:lstStyle/>
          <a:p>
            <a:r>
              <a:rPr lang="fr-FR" dirty="0"/>
              <a:t>Enrichissement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539436-F883-F857-1BA0-EC4B57896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259" y="675861"/>
            <a:ext cx="7315200" cy="1126435"/>
          </a:xfrm>
        </p:spPr>
        <p:txBody>
          <a:bodyPr/>
          <a:lstStyle/>
          <a:p>
            <a:r>
              <a:rPr lang="fr-FR" dirty="0"/>
              <a:t>Dès l’étape du </a:t>
            </a:r>
            <a:r>
              <a:rPr lang="fr-FR" dirty="0" err="1"/>
              <a:t>blueprint</a:t>
            </a:r>
            <a:r>
              <a:rPr lang="fr-FR" dirty="0"/>
              <a:t>, j’ai envisagé des visuels impliquant d’autres jeux de données </a:t>
            </a:r>
          </a:p>
        </p:txBody>
      </p:sp>
      <p:sp>
        <p:nvSpPr>
          <p:cNvPr id="4" name="AutoShape 2" descr="Image de ">
            <a:extLst>
              <a:ext uri="{FF2B5EF4-FFF2-40B4-BE49-F238E27FC236}">
                <a16:creationId xmlns:a16="http://schemas.microsoft.com/office/drawing/2014/main" id="{2FD64DC4-CECE-D08C-5B38-AD5D6AD942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F28BC84-526C-4B49-403C-C18EE667E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259" y="1681511"/>
            <a:ext cx="3193774" cy="1226111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D05E6793-1BB8-0B62-C053-AE2580881D3E}"/>
              </a:ext>
            </a:extLst>
          </p:cNvPr>
          <p:cNvSpPr txBox="1">
            <a:spLocks/>
          </p:cNvSpPr>
          <p:nvPr/>
        </p:nvSpPr>
        <p:spPr>
          <a:xfrm>
            <a:off x="3816259" y="4170222"/>
            <a:ext cx="7582625" cy="161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Fusion des catégories 15-19 ans et 20-24 ans</a:t>
            </a:r>
          </a:p>
          <a:p>
            <a:r>
              <a:rPr lang="fr-FR" dirty="0"/>
              <a:t>Amplitude similaire à celle du public mission locale</a:t>
            </a:r>
          </a:p>
          <a:p>
            <a:r>
              <a:rPr lang="fr-FR" dirty="0"/>
              <a:t>Indicateur utiles pour des comparaisons d’une région à l’autre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0729926-410E-2DB7-BC0F-A2AE09A78E28}"/>
              </a:ext>
            </a:extLst>
          </p:cNvPr>
          <p:cNvSpPr txBox="1"/>
          <p:nvPr/>
        </p:nvSpPr>
        <p:spPr>
          <a:xfrm>
            <a:off x="4993687" y="2917561"/>
            <a:ext cx="1380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15 – 19 ans</a:t>
            </a:r>
          </a:p>
          <a:p>
            <a:r>
              <a:rPr lang="fr-FR" dirty="0"/>
              <a:t>20 – 24 ans</a:t>
            </a:r>
          </a:p>
          <a:p>
            <a:r>
              <a:rPr lang="fr-FR" dirty="0"/>
              <a:t> 25 – 29 ans</a:t>
            </a:r>
          </a:p>
        </p:txBody>
      </p:sp>
      <p:sp>
        <p:nvSpPr>
          <p:cNvPr id="15" name="Non égal 14">
            <a:extLst>
              <a:ext uri="{FF2B5EF4-FFF2-40B4-BE49-F238E27FC236}">
                <a16:creationId xmlns:a16="http://schemas.microsoft.com/office/drawing/2014/main" id="{4C0D461A-F94B-2EE8-617F-A47BC1E372D2}"/>
              </a:ext>
            </a:extLst>
          </p:cNvPr>
          <p:cNvSpPr/>
          <p:nvPr/>
        </p:nvSpPr>
        <p:spPr>
          <a:xfrm>
            <a:off x="6600407" y="2857738"/>
            <a:ext cx="1746904" cy="923330"/>
          </a:xfrm>
          <a:prstGeom prst="mathNot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6" name="Image 15" descr="Une image contenant Police, Graphique, texte, graphisme&#10;&#10;Le contenu généré par l’IA peut être incorrect.">
            <a:extLst>
              <a:ext uri="{FF2B5EF4-FFF2-40B4-BE49-F238E27FC236}">
                <a16:creationId xmlns:a16="http://schemas.microsoft.com/office/drawing/2014/main" id="{00F659D6-C5BC-33F2-2E00-79419FF16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66" y="1468034"/>
            <a:ext cx="2912993" cy="1629697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844B5441-E4E0-DC40-03E8-59790574A538}"/>
              </a:ext>
            </a:extLst>
          </p:cNvPr>
          <p:cNvSpPr txBox="1"/>
          <p:nvPr/>
        </p:nvSpPr>
        <p:spPr>
          <a:xfrm>
            <a:off x="9158444" y="3091934"/>
            <a:ext cx="1380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16-25 ans</a:t>
            </a:r>
          </a:p>
        </p:txBody>
      </p:sp>
    </p:spTree>
    <p:extLst>
      <p:ext uri="{BB962C8B-B14F-4D97-AF65-F5344CB8AC3E}">
        <p14:creationId xmlns:p14="http://schemas.microsoft.com/office/powerpoint/2010/main" val="280716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DB9391-CA36-F54C-EDA4-B2817FC8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93864" cy="4601183"/>
          </a:xfrm>
        </p:spPr>
        <p:txBody>
          <a:bodyPr/>
          <a:lstStyle/>
          <a:p>
            <a:r>
              <a:rPr lang="fr-FR" dirty="0"/>
              <a:t>Traitement des données</a:t>
            </a:r>
          </a:p>
        </p:txBody>
      </p:sp>
      <p:sp>
        <p:nvSpPr>
          <p:cNvPr id="4" name="AutoShape 2" descr="Image de ">
            <a:extLst>
              <a:ext uri="{FF2B5EF4-FFF2-40B4-BE49-F238E27FC236}">
                <a16:creationId xmlns:a16="http://schemas.microsoft.com/office/drawing/2014/main" id="{2FD64DC4-CECE-D08C-5B38-AD5D6AD942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474BEB10-4260-9C98-4754-67124128C9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1986416"/>
              </p:ext>
            </p:extLst>
          </p:nvPr>
        </p:nvGraphicFramePr>
        <p:xfrm>
          <a:off x="3629488" y="715094"/>
          <a:ext cx="785227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708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DB9391-CA36-F54C-EDA4-B2817FC8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93864" cy="4601183"/>
          </a:xfrm>
        </p:spPr>
        <p:txBody>
          <a:bodyPr/>
          <a:lstStyle/>
          <a:p>
            <a:r>
              <a:rPr lang="fr-FR" dirty="0"/>
              <a:t>Le travail préparatoire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A1CEA9-1A92-E9F9-C329-FA50ABE60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803" y="133081"/>
            <a:ext cx="5344271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35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67824F-4446-2AB1-F5FA-4CE337AE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Power BI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526EDC-D671-FE7E-C0FF-91D46E509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Power BI est l’outil utilisé par les équipes DATA du réseau des missions </a:t>
            </a:r>
            <a:r>
              <a:rPr lang="fr-FR"/>
              <a:t>locales.</a:t>
            </a:r>
          </a:p>
          <a:p>
            <a:endParaRPr lang="fr-FR" dirty="0"/>
          </a:p>
          <a:p>
            <a:r>
              <a:rPr lang="fr-FR" dirty="0"/>
              <a:t>Le jeu de données a déjà été traité sur cet outil, ce projet va me permettre de me jauger quant aux attendus d’une structure professionnelle.</a:t>
            </a:r>
          </a:p>
        </p:txBody>
      </p:sp>
    </p:spTree>
    <p:extLst>
      <p:ext uri="{BB962C8B-B14F-4D97-AF65-F5344CB8AC3E}">
        <p14:creationId xmlns:p14="http://schemas.microsoft.com/office/powerpoint/2010/main" val="3274725487"/>
      </p:ext>
    </p:extLst>
  </p:cSld>
  <p:clrMapOvr>
    <a:masterClrMapping/>
  </p:clrMapOvr>
</p:sld>
</file>

<file path=ppt/theme/theme1.xml><?xml version="1.0" encoding="utf-8"?>
<a:theme xmlns:a="http://schemas.openxmlformats.org/drawingml/2006/main" name="Cadre">
  <a:themeElements>
    <a:clrScheme name="Fra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39D77354-939E-4A26-AE51-B3F9618B14B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TM03457475[[fn=Cadre]]</Template>
  <TotalTime>648</TotalTime>
  <Words>525</Words>
  <Application>Microsoft Office PowerPoint</Application>
  <PresentationFormat>Grand écran</PresentationFormat>
  <Paragraphs>68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Arial</vt:lpstr>
      <vt:lpstr>Corbel</vt:lpstr>
      <vt:lpstr>Wingdings 2</vt:lpstr>
      <vt:lpstr>Cadre</vt:lpstr>
      <vt:lpstr>Analyse de l’activité du réseau des missions locales Période 2019-2022</vt:lpstr>
      <vt:lpstr>Contexte</vt:lpstr>
      <vt:lpstr>Présentation des données</vt:lpstr>
      <vt:lpstr>Les spécificités métiers</vt:lpstr>
      <vt:lpstr>Enrichissement des données</vt:lpstr>
      <vt:lpstr>Traitement des données</vt:lpstr>
      <vt:lpstr>Le travail préparatoire</vt:lpstr>
      <vt:lpstr>Pourquoi Power BI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Leray</dc:creator>
  <cp:lastModifiedBy>Anthony Leray</cp:lastModifiedBy>
  <cp:revision>12</cp:revision>
  <dcterms:created xsi:type="dcterms:W3CDTF">2026-01-16T15:20:35Z</dcterms:created>
  <dcterms:modified xsi:type="dcterms:W3CDTF">2026-01-26T16:04:18Z</dcterms:modified>
</cp:coreProperties>
</file>